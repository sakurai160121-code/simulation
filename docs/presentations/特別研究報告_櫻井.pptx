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258" r:id="rId5"/>
    <p:sldId id="257" r:id="rId6"/>
    <p:sldId id="259" r:id="rId7"/>
    <p:sldId id="260" r:id="rId8"/>
    <p:sldId id="272" r:id="rId9"/>
    <p:sldId id="261" r:id="rId10"/>
    <p:sldId id="262" r:id="rId11"/>
    <p:sldId id="265" r:id="rId12"/>
    <p:sldId id="266" r:id="rId13"/>
    <p:sldId id="273" r:id="rId14"/>
    <p:sldId id="263" r:id="rId15"/>
    <p:sldId id="268" r:id="rId16"/>
    <p:sldId id="274" r:id="rId17"/>
    <p:sldId id="269" r:id="rId1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47A1"/>
    <a:srgbClr val="FE8D03"/>
    <a:srgbClr val="D62728"/>
    <a:srgbClr val="FFFFFF"/>
    <a:srgbClr val="FF7F0E"/>
    <a:srgbClr val="9467BD"/>
    <a:srgbClr val="1672B1"/>
    <a:srgbClr val="2CA02C"/>
    <a:srgbClr val="979085"/>
    <a:srgbClr val="9891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翔琉 櫻井" userId="9696856e3d08c427" providerId="LiveId" clId="{BAD5A919-B9F7-4C11-84F2-2D1243327977}"/>
    <pc:docChg chg="undo custSel addSld delSld modSld modMainMaster">
      <pc:chgData name="翔琉 櫻井" userId="9696856e3d08c427" providerId="LiveId" clId="{BAD5A919-B9F7-4C11-84F2-2D1243327977}" dt="2026-02-10T10:34:23.772" v="5119" actId="255"/>
      <pc:docMkLst>
        <pc:docMk/>
      </pc:docMkLst>
      <pc:sldChg chg="modNotesTx">
        <pc:chgData name="翔琉 櫻井" userId="9696856e3d08c427" providerId="LiveId" clId="{BAD5A919-B9F7-4C11-84F2-2D1243327977}" dt="2026-01-21T01:32:41.622" v="348" actId="20577"/>
        <pc:sldMkLst>
          <pc:docMk/>
          <pc:sldMk cId="71332995" sldId="257"/>
        </pc:sldMkLst>
      </pc:sldChg>
      <pc:sldChg chg="modSp mod">
        <pc:chgData name="翔琉 櫻井" userId="9696856e3d08c427" providerId="LiveId" clId="{BAD5A919-B9F7-4C11-84F2-2D1243327977}" dt="2026-02-10T06:08:33.611" v="1719" actId="1076"/>
        <pc:sldMkLst>
          <pc:docMk/>
          <pc:sldMk cId="3681276924" sldId="258"/>
        </pc:sldMkLst>
        <pc:spChg chg="mod">
          <ac:chgData name="翔琉 櫻井" userId="9696856e3d08c427" providerId="LiveId" clId="{BAD5A919-B9F7-4C11-84F2-2D1243327977}" dt="2026-02-10T06:08:33.611" v="1719" actId="1076"/>
          <ac:spMkLst>
            <pc:docMk/>
            <pc:sldMk cId="3681276924" sldId="258"/>
            <ac:spMk id="2" creationId="{8B52B6F2-916C-5E7A-C693-13232F3A1713}"/>
          </ac:spMkLst>
        </pc:spChg>
      </pc:sldChg>
      <pc:sldChg chg="addSp modSp mod modNotesTx">
        <pc:chgData name="翔琉 櫻井" userId="9696856e3d08c427" providerId="LiveId" clId="{BAD5A919-B9F7-4C11-84F2-2D1243327977}" dt="2026-02-10T05:52:51.004" v="1237" actId="1076"/>
        <pc:sldMkLst>
          <pc:docMk/>
          <pc:sldMk cId="1560374770" sldId="259"/>
        </pc:sldMkLst>
        <pc:spChg chg="add mod ord">
          <ac:chgData name="翔琉 櫻井" userId="9696856e3d08c427" providerId="LiveId" clId="{BAD5A919-B9F7-4C11-84F2-2D1243327977}" dt="2026-02-10T05:51:49.475" v="1185" actId="1076"/>
          <ac:spMkLst>
            <pc:docMk/>
            <pc:sldMk cId="1560374770" sldId="259"/>
            <ac:spMk id="3" creationId="{2922FCE5-3C4E-4645-DB0C-057EF8277D45}"/>
          </ac:spMkLst>
        </pc:spChg>
        <pc:spChg chg="add mod ord">
          <ac:chgData name="翔琉 櫻井" userId="9696856e3d08c427" providerId="LiveId" clId="{BAD5A919-B9F7-4C11-84F2-2D1243327977}" dt="2026-02-10T05:52:04.953" v="1188" actId="14100"/>
          <ac:spMkLst>
            <pc:docMk/>
            <pc:sldMk cId="1560374770" sldId="259"/>
            <ac:spMk id="6" creationId="{1ECD15FA-CA2F-8C61-6029-E0E24F926375}"/>
          </ac:spMkLst>
        </pc:spChg>
        <pc:spChg chg="add mod">
          <ac:chgData name="翔琉 櫻井" userId="9696856e3d08c427" providerId="LiveId" clId="{BAD5A919-B9F7-4C11-84F2-2D1243327977}" dt="2026-02-10T05:52:32.208" v="1191" actId="14100"/>
          <ac:spMkLst>
            <pc:docMk/>
            <pc:sldMk cId="1560374770" sldId="259"/>
            <ac:spMk id="7" creationId="{140E4113-A693-B3E0-92EA-B3069388DC73}"/>
          </ac:spMkLst>
        </pc:spChg>
        <pc:spChg chg="add mod">
          <ac:chgData name="翔琉 櫻井" userId="9696856e3d08c427" providerId="LiveId" clId="{BAD5A919-B9F7-4C11-84F2-2D1243327977}" dt="2026-02-10T05:52:51.004" v="1237" actId="1076"/>
          <ac:spMkLst>
            <pc:docMk/>
            <pc:sldMk cId="1560374770" sldId="259"/>
            <ac:spMk id="8" creationId="{A8A730E1-518F-F37F-9061-999F1F00FDAE}"/>
          </ac:spMkLst>
        </pc:spChg>
      </pc:sldChg>
      <pc:sldChg chg="addSp delSp modSp mod">
        <pc:chgData name="翔琉 櫻井" userId="9696856e3d08c427" providerId="LiveId" clId="{BAD5A919-B9F7-4C11-84F2-2D1243327977}" dt="2026-02-10T06:28:23.245" v="2135" actId="20577"/>
        <pc:sldMkLst>
          <pc:docMk/>
          <pc:sldMk cId="2634224573" sldId="260"/>
        </pc:sldMkLst>
        <pc:spChg chg="mod">
          <ac:chgData name="翔琉 櫻井" userId="9696856e3d08c427" providerId="LiveId" clId="{BAD5A919-B9F7-4C11-84F2-2D1243327977}" dt="2026-02-10T06:09:07.789" v="1722" actId="20577"/>
          <ac:spMkLst>
            <pc:docMk/>
            <pc:sldMk cId="2634224573" sldId="260"/>
            <ac:spMk id="2" creationId="{342BA726-CB51-AB18-359B-A449BB1A1139}"/>
          </ac:spMkLst>
        </pc:spChg>
        <pc:spChg chg="add mod">
          <ac:chgData name="翔琉 櫻井" userId="9696856e3d08c427" providerId="LiveId" clId="{BAD5A919-B9F7-4C11-84F2-2D1243327977}" dt="2026-02-10T06:27:59.060" v="2132" actId="14100"/>
          <ac:spMkLst>
            <pc:docMk/>
            <pc:sldMk cId="2634224573" sldId="260"/>
            <ac:spMk id="9" creationId="{06E7C8C2-A0DB-8D97-A082-9F94D6C4BB9D}"/>
          </ac:spMkLst>
        </pc:spChg>
        <pc:spChg chg="mod">
          <ac:chgData name="翔琉 櫻井" userId="9696856e3d08c427" providerId="LiveId" clId="{BAD5A919-B9F7-4C11-84F2-2D1243327977}" dt="2026-02-10T06:28:23.245" v="2135" actId="20577"/>
          <ac:spMkLst>
            <pc:docMk/>
            <pc:sldMk cId="2634224573" sldId="260"/>
            <ac:spMk id="41" creationId="{E324E133-541E-36FF-73C0-02DDB9A8A616}"/>
          </ac:spMkLst>
        </pc:spChg>
      </pc:sldChg>
      <pc:sldChg chg="delSp modSp mod modNotesTx">
        <pc:chgData name="翔琉 櫻井" userId="9696856e3d08c427" providerId="LiveId" clId="{BAD5A919-B9F7-4C11-84F2-2D1243327977}" dt="2026-02-10T09:28:03.491" v="3648" actId="1076"/>
        <pc:sldMkLst>
          <pc:docMk/>
          <pc:sldMk cId="1912879306" sldId="261"/>
        </pc:sldMkLst>
        <pc:spChg chg="mod">
          <ac:chgData name="翔琉 櫻井" userId="9696856e3d08c427" providerId="LiveId" clId="{BAD5A919-B9F7-4C11-84F2-2D1243327977}" dt="2026-02-10T09:27:30.611" v="3643"/>
          <ac:spMkLst>
            <pc:docMk/>
            <pc:sldMk cId="1912879306" sldId="261"/>
            <ac:spMk id="2" creationId="{10FB8406-F743-92A1-05EF-EA728E2F5212}"/>
          </ac:spMkLst>
        </pc:spChg>
        <pc:picChg chg="mod ord">
          <ac:chgData name="翔琉 櫻井" userId="9696856e3d08c427" providerId="LiveId" clId="{BAD5A919-B9F7-4C11-84F2-2D1243327977}" dt="2026-02-10T09:28:03.491" v="3648" actId="1076"/>
          <ac:picMkLst>
            <pc:docMk/>
            <pc:sldMk cId="1912879306" sldId="261"/>
            <ac:picMk id="8" creationId="{C4F2CA39-E9E7-93DD-C9B3-840DA3575A47}"/>
          </ac:picMkLst>
        </pc:picChg>
      </pc:sldChg>
      <pc:sldChg chg="addSp modSp mod">
        <pc:chgData name="翔琉 櫻井" userId="9696856e3d08c427" providerId="LiveId" clId="{BAD5A919-B9F7-4C11-84F2-2D1243327977}" dt="2026-02-10T09:30:55.570" v="3735"/>
        <pc:sldMkLst>
          <pc:docMk/>
          <pc:sldMk cId="1416790845" sldId="262"/>
        </pc:sldMkLst>
        <pc:spChg chg="add mod">
          <ac:chgData name="翔琉 櫻井" userId="9696856e3d08c427" providerId="LiveId" clId="{BAD5A919-B9F7-4C11-84F2-2D1243327977}" dt="2026-02-10T09:30:55.570" v="3735"/>
          <ac:spMkLst>
            <pc:docMk/>
            <pc:sldMk cId="1416790845" sldId="262"/>
            <ac:spMk id="3" creationId="{CD176066-0ABF-09CA-6F94-BC95E3DC2A30}"/>
          </ac:spMkLst>
        </pc:spChg>
        <pc:spChg chg="mod">
          <ac:chgData name="翔琉 櫻井" userId="9696856e3d08c427" providerId="LiveId" clId="{BAD5A919-B9F7-4C11-84F2-2D1243327977}" dt="2026-02-10T09:25:16.278" v="3625" actId="1076"/>
          <ac:spMkLst>
            <pc:docMk/>
            <pc:sldMk cId="1416790845" sldId="262"/>
            <ac:spMk id="5" creationId="{CC2B7B21-3B66-E807-85F4-EC62EAD85EDA}"/>
          </ac:spMkLst>
        </pc:spChg>
        <pc:spChg chg="mod">
          <ac:chgData name="翔琉 櫻井" userId="9696856e3d08c427" providerId="LiveId" clId="{BAD5A919-B9F7-4C11-84F2-2D1243327977}" dt="2026-02-10T09:25:20.293" v="3626" actId="1076"/>
          <ac:spMkLst>
            <pc:docMk/>
            <pc:sldMk cId="1416790845" sldId="262"/>
            <ac:spMk id="6" creationId="{A9CDFBD1-186D-F566-03B2-C93A3FAC1712}"/>
          </ac:spMkLst>
        </pc:spChg>
      </pc:sldChg>
      <pc:sldChg chg="modSp mod">
        <pc:chgData name="翔琉 櫻井" userId="9696856e3d08c427" providerId="LiveId" clId="{BAD5A919-B9F7-4C11-84F2-2D1243327977}" dt="2026-02-10T09:37:03.473" v="3894" actId="2711"/>
        <pc:sldMkLst>
          <pc:docMk/>
          <pc:sldMk cId="646169899" sldId="263"/>
        </pc:sldMkLst>
        <pc:spChg chg="mod">
          <ac:chgData name="翔琉 櫻井" userId="9696856e3d08c427" providerId="LiveId" clId="{BAD5A919-B9F7-4C11-84F2-2D1243327977}" dt="2026-02-10T09:37:03.473" v="3894" actId="2711"/>
          <ac:spMkLst>
            <pc:docMk/>
            <pc:sldMk cId="646169899" sldId="263"/>
            <ac:spMk id="3" creationId="{83113ED6-80FB-38AA-B1C6-A2AEE513B7C5}"/>
          </ac:spMkLst>
        </pc:spChg>
      </pc:sldChg>
      <pc:sldChg chg="addSp modSp mod">
        <pc:chgData name="翔琉 櫻井" userId="9696856e3d08c427" providerId="LiveId" clId="{BAD5A919-B9F7-4C11-84F2-2D1243327977}" dt="2026-02-10T10:13:09.597" v="4015"/>
        <pc:sldMkLst>
          <pc:docMk/>
          <pc:sldMk cId="443401420" sldId="265"/>
        </pc:sldMkLst>
        <pc:spChg chg="mod">
          <ac:chgData name="翔琉 櫻井" userId="9696856e3d08c427" providerId="LiveId" clId="{BAD5A919-B9F7-4C11-84F2-2D1243327977}" dt="2026-02-10T08:24:33.031" v="3244" actId="113"/>
          <ac:spMkLst>
            <pc:docMk/>
            <pc:sldMk cId="443401420" sldId="265"/>
            <ac:spMk id="2" creationId="{4566B3D1-161C-F037-0DA7-B0CB974F353A}"/>
          </ac:spMkLst>
        </pc:spChg>
        <pc:spChg chg="add mod">
          <ac:chgData name="翔琉 櫻井" userId="9696856e3d08c427" providerId="LiveId" clId="{BAD5A919-B9F7-4C11-84F2-2D1243327977}" dt="2026-02-10T09:31:38.612" v="3738" actId="207"/>
          <ac:spMkLst>
            <pc:docMk/>
            <pc:sldMk cId="443401420" sldId="265"/>
            <ac:spMk id="3" creationId="{1EFD1C3E-C25F-5A26-2291-946E494D4455}"/>
          </ac:spMkLst>
        </pc:spChg>
        <pc:spChg chg="add mod ord">
          <ac:chgData name="翔琉 櫻井" userId="9696856e3d08c427" providerId="LiveId" clId="{BAD5A919-B9F7-4C11-84F2-2D1243327977}" dt="2026-02-10T09:41:20.920" v="3982" actId="14100"/>
          <ac:spMkLst>
            <pc:docMk/>
            <pc:sldMk cId="443401420" sldId="265"/>
            <ac:spMk id="5" creationId="{4807C8A0-7CBA-B80D-0FB4-B8346403DB17}"/>
          </ac:spMkLst>
        </pc:spChg>
        <pc:spChg chg="mod">
          <ac:chgData name="翔琉 櫻井" userId="9696856e3d08c427" providerId="LiveId" clId="{BAD5A919-B9F7-4C11-84F2-2D1243327977}" dt="2026-02-10T10:13:09.597" v="4015"/>
          <ac:spMkLst>
            <pc:docMk/>
            <pc:sldMk cId="443401420" sldId="265"/>
            <ac:spMk id="9" creationId="{E221A8E1-EA11-1126-3023-712944A98EF5}"/>
          </ac:spMkLst>
        </pc:spChg>
        <pc:picChg chg="mod">
          <ac:chgData name="翔琉 櫻井" userId="9696856e3d08c427" providerId="LiveId" clId="{BAD5A919-B9F7-4C11-84F2-2D1243327977}" dt="2026-02-10T09:20:51.673" v="3362" actId="1076"/>
          <ac:picMkLst>
            <pc:docMk/>
            <pc:sldMk cId="443401420" sldId="265"/>
            <ac:picMk id="11" creationId="{39FFEEAE-C2D8-FD72-2E67-5800A0F655E4}"/>
          </ac:picMkLst>
        </pc:picChg>
      </pc:sldChg>
      <pc:sldChg chg="addSp delSp modSp mod modNotesTx">
        <pc:chgData name="翔琉 櫻井" userId="9696856e3d08c427" providerId="LiveId" clId="{BAD5A919-B9F7-4C11-84F2-2D1243327977}" dt="2026-02-10T10:31:44.107" v="4967" actId="113"/>
        <pc:sldMkLst>
          <pc:docMk/>
          <pc:sldMk cId="2103166186" sldId="266"/>
        </pc:sldMkLst>
        <pc:spChg chg="mod">
          <ac:chgData name="翔琉 櫻井" userId="9696856e3d08c427" providerId="LiveId" clId="{BAD5A919-B9F7-4C11-84F2-2D1243327977}" dt="2026-02-10T08:24:37.800" v="3245" actId="113"/>
          <ac:spMkLst>
            <pc:docMk/>
            <pc:sldMk cId="2103166186" sldId="266"/>
            <ac:spMk id="2" creationId="{9F12D26F-B7BC-5F6A-BDA3-E65D2788B134}"/>
          </ac:spMkLst>
        </pc:spChg>
        <pc:spChg chg="add mod">
          <ac:chgData name="翔琉 櫻井" userId="9696856e3d08c427" providerId="LiveId" clId="{BAD5A919-B9F7-4C11-84F2-2D1243327977}" dt="2026-02-10T10:30:23.328" v="4853" actId="20577"/>
          <ac:spMkLst>
            <pc:docMk/>
            <pc:sldMk cId="2103166186" sldId="266"/>
            <ac:spMk id="9" creationId="{4101FAE1-2F9A-C553-A9BA-A2482198F063}"/>
          </ac:spMkLst>
        </pc:spChg>
        <pc:spChg chg="add mod ord">
          <ac:chgData name="翔琉 櫻井" userId="9696856e3d08c427" providerId="LiveId" clId="{BAD5A919-B9F7-4C11-84F2-2D1243327977}" dt="2026-02-10T10:29:57.057" v="4824" actId="207"/>
          <ac:spMkLst>
            <pc:docMk/>
            <pc:sldMk cId="2103166186" sldId="266"/>
            <ac:spMk id="11" creationId="{7AB23996-5EA9-6643-52C6-0A9E99DD02A4}"/>
          </ac:spMkLst>
        </pc:spChg>
        <pc:spChg chg="add mod">
          <ac:chgData name="翔琉 櫻井" userId="9696856e3d08c427" providerId="LiveId" clId="{BAD5A919-B9F7-4C11-84F2-2D1243327977}" dt="2026-02-10T10:31:44.107" v="4967" actId="113"/>
          <ac:spMkLst>
            <pc:docMk/>
            <pc:sldMk cId="2103166186" sldId="266"/>
            <ac:spMk id="12" creationId="{BD52230C-1927-16C9-740A-9FFBA1DD831E}"/>
          </ac:spMkLst>
        </pc:spChg>
      </pc:sldChg>
      <pc:sldChg chg="addSp delSp modSp mod">
        <pc:chgData name="翔琉 櫻井" userId="9696856e3d08c427" providerId="LiveId" clId="{BAD5A919-B9F7-4C11-84F2-2D1243327977}" dt="2026-02-10T09:39:38.428" v="3979"/>
        <pc:sldMkLst>
          <pc:docMk/>
          <pc:sldMk cId="814091284" sldId="268"/>
        </pc:sldMkLst>
        <pc:spChg chg="mod">
          <ac:chgData name="翔琉 櫻井" userId="9696856e3d08c427" providerId="LiveId" clId="{BAD5A919-B9F7-4C11-84F2-2D1243327977}" dt="2026-02-10T09:39:38.428" v="3979"/>
          <ac:spMkLst>
            <pc:docMk/>
            <pc:sldMk cId="814091284" sldId="268"/>
            <ac:spMk id="2" creationId="{86AB8C8D-11A8-96A5-361A-59F9257AFEB8}"/>
          </ac:spMkLst>
        </pc:spChg>
        <pc:spChg chg="mod">
          <ac:chgData name="翔琉 櫻井" userId="9696856e3d08c427" providerId="LiveId" clId="{BAD5A919-B9F7-4C11-84F2-2D1243327977}" dt="2026-02-10T09:39:05.370" v="3942" actId="20577"/>
          <ac:spMkLst>
            <pc:docMk/>
            <pc:sldMk cId="814091284" sldId="268"/>
            <ac:spMk id="9" creationId="{F54FDCF0-C453-9702-A3E7-809C763B461B}"/>
          </ac:spMkLst>
        </pc:spChg>
        <pc:spChg chg="mod">
          <ac:chgData name="翔琉 櫻井" userId="9696856e3d08c427" providerId="LiveId" clId="{BAD5A919-B9F7-4C11-84F2-2D1243327977}" dt="2026-02-10T09:38:08.168" v="3923" actId="14100"/>
          <ac:spMkLst>
            <pc:docMk/>
            <pc:sldMk cId="814091284" sldId="268"/>
            <ac:spMk id="10" creationId="{71DE01A5-1F87-13D2-22A3-7244C2BF70CC}"/>
          </ac:spMkLst>
        </pc:spChg>
      </pc:sldChg>
      <pc:sldChg chg="modSp mod modNotesTx">
        <pc:chgData name="翔琉 櫻井" userId="9696856e3d08c427" providerId="LiveId" clId="{BAD5A919-B9F7-4C11-84F2-2D1243327977}" dt="2026-02-10T10:18:49.570" v="4514" actId="113"/>
        <pc:sldMkLst>
          <pc:docMk/>
          <pc:sldMk cId="1108715131" sldId="269"/>
        </pc:sldMkLst>
        <pc:spChg chg="mod">
          <ac:chgData name="翔琉 櫻井" userId="9696856e3d08c427" providerId="LiveId" clId="{BAD5A919-B9F7-4C11-84F2-2D1243327977}" dt="2026-02-10T10:18:49.570" v="4514" actId="113"/>
          <ac:spMkLst>
            <pc:docMk/>
            <pc:sldMk cId="1108715131" sldId="269"/>
            <ac:spMk id="3" creationId="{C25B94AA-472C-E1A1-1C84-B63E0A8F320E}"/>
          </ac:spMkLst>
        </pc:spChg>
      </pc:sldChg>
      <pc:sldChg chg="addSp delSp modSp new mod">
        <pc:chgData name="翔琉 櫻井" userId="9696856e3d08c427" providerId="LiveId" clId="{BAD5A919-B9F7-4C11-84F2-2D1243327977}" dt="2026-02-10T06:47:33.705" v="2789" actId="1076"/>
        <pc:sldMkLst>
          <pc:docMk/>
          <pc:sldMk cId="3266535694" sldId="272"/>
        </pc:sldMkLst>
        <pc:spChg chg="mod">
          <ac:chgData name="翔琉 櫻井" userId="9696856e3d08c427" providerId="LiveId" clId="{BAD5A919-B9F7-4C11-84F2-2D1243327977}" dt="2026-02-10T06:09:21.037" v="1732"/>
          <ac:spMkLst>
            <pc:docMk/>
            <pc:sldMk cId="3266535694" sldId="272"/>
            <ac:spMk id="2" creationId="{0382AD92-E30B-361B-31EA-59AE651F5778}"/>
          </ac:spMkLst>
        </pc:spChg>
        <pc:spChg chg="mod">
          <ac:chgData name="翔琉 櫻井" userId="9696856e3d08c427" providerId="LiveId" clId="{BAD5A919-B9F7-4C11-84F2-2D1243327977}" dt="2026-02-10T06:47:33.705" v="2789" actId="1076"/>
          <ac:spMkLst>
            <pc:docMk/>
            <pc:sldMk cId="3266535694" sldId="272"/>
            <ac:spMk id="3" creationId="{9CE2DA86-15D3-3D29-A8DC-6BF2A3868776}"/>
          </ac:spMkLst>
        </pc:spChg>
        <pc:spChg chg="add mod">
          <ac:chgData name="翔琉 櫻井" userId="9696856e3d08c427" providerId="LiveId" clId="{BAD5A919-B9F7-4C11-84F2-2D1243327977}" dt="2026-02-10T06:44:09.719" v="2712" actId="1076"/>
          <ac:spMkLst>
            <pc:docMk/>
            <pc:sldMk cId="3266535694" sldId="272"/>
            <ac:spMk id="9" creationId="{8A85EFBF-F54E-70A5-D158-37C7AE14C7CF}"/>
          </ac:spMkLst>
        </pc:spChg>
        <pc:spChg chg="add mod">
          <ac:chgData name="翔琉 櫻井" userId="9696856e3d08c427" providerId="LiveId" clId="{BAD5A919-B9F7-4C11-84F2-2D1243327977}" dt="2026-02-10T06:44:57.019" v="2723" actId="1076"/>
          <ac:spMkLst>
            <pc:docMk/>
            <pc:sldMk cId="3266535694" sldId="272"/>
            <ac:spMk id="14" creationId="{8C1294A3-72BA-7BCA-A2D7-469CF5BB4786}"/>
          </ac:spMkLst>
        </pc:spChg>
        <pc:spChg chg="add mod">
          <ac:chgData name="翔琉 櫻井" userId="9696856e3d08c427" providerId="LiveId" clId="{BAD5A919-B9F7-4C11-84F2-2D1243327977}" dt="2026-02-10T06:47:12.143" v="2788" actId="1076"/>
          <ac:spMkLst>
            <pc:docMk/>
            <pc:sldMk cId="3266535694" sldId="272"/>
            <ac:spMk id="39" creationId="{140A9F7B-5094-1145-CABD-B246C3FDD88B}"/>
          </ac:spMkLst>
        </pc:spChg>
        <pc:spChg chg="add mod">
          <ac:chgData name="翔琉 櫻井" userId="9696856e3d08c427" providerId="LiveId" clId="{BAD5A919-B9F7-4C11-84F2-2D1243327977}" dt="2026-02-10T06:44:39.155" v="2718" actId="1076"/>
          <ac:spMkLst>
            <pc:docMk/>
            <pc:sldMk cId="3266535694" sldId="272"/>
            <ac:spMk id="47" creationId="{8C922CC7-B019-5A58-8C17-809C4B6A356E}"/>
          </ac:spMkLst>
        </pc:spChg>
        <pc:cxnChg chg="add mod">
          <ac:chgData name="翔琉 櫻井" userId="9696856e3d08c427" providerId="LiveId" clId="{BAD5A919-B9F7-4C11-84F2-2D1243327977}" dt="2026-02-10T06:46:20.836" v="2766" actId="692"/>
          <ac:cxnSpMkLst>
            <pc:docMk/>
            <pc:sldMk cId="3266535694" sldId="272"/>
            <ac:cxnSpMk id="17" creationId="{25D2585F-6876-844D-71FD-128D0E8CFA1B}"/>
          </ac:cxnSpMkLst>
        </pc:cxnChg>
      </pc:sldChg>
      <pc:sldChg chg="addSp delSp modSp new mod">
        <pc:chgData name="翔琉 櫻井" userId="9696856e3d08c427" providerId="LiveId" clId="{BAD5A919-B9F7-4C11-84F2-2D1243327977}" dt="2026-02-10T10:34:23.772" v="5119" actId="255"/>
        <pc:sldMkLst>
          <pc:docMk/>
          <pc:sldMk cId="274282053" sldId="273"/>
        </pc:sldMkLst>
        <pc:spChg chg="mod">
          <ac:chgData name="翔琉 櫻井" userId="9696856e3d08c427" providerId="LiveId" clId="{BAD5A919-B9F7-4C11-84F2-2D1243327977}" dt="2026-02-10T08:24:43.842" v="3246" actId="113"/>
          <ac:spMkLst>
            <pc:docMk/>
            <pc:sldMk cId="274282053" sldId="273"/>
            <ac:spMk id="2" creationId="{5670E5AB-B7CE-87F9-0DE2-DCA6A4B85B27}"/>
          </ac:spMkLst>
        </pc:spChg>
        <pc:spChg chg="add mod">
          <ac:chgData name="翔琉 櫻井" userId="9696856e3d08c427" providerId="LiveId" clId="{BAD5A919-B9F7-4C11-84F2-2D1243327977}" dt="2026-02-10T10:34:16.925" v="5118" actId="113"/>
          <ac:spMkLst>
            <pc:docMk/>
            <pc:sldMk cId="274282053" sldId="273"/>
            <ac:spMk id="7" creationId="{00A6B0C8-1C6B-A559-4737-574EB877BDF4}"/>
          </ac:spMkLst>
        </pc:spChg>
        <pc:spChg chg="add mod">
          <ac:chgData name="翔琉 櫻井" userId="9696856e3d08c427" providerId="LiveId" clId="{BAD5A919-B9F7-4C11-84F2-2D1243327977}" dt="2026-02-10T10:34:23.772" v="5119" actId="255"/>
          <ac:spMkLst>
            <pc:docMk/>
            <pc:sldMk cId="274282053" sldId="273"/>
            <ac:spMk id="8" creationId="{E32DFD16-C8A6-7AFE-D111-F9E47ADB642A}"/>
          </ac:spMkLst>
        </pc:spChg>
      </pc:sldChg>
      <pc:sldChg chg="addSp delSp modSp new mod">
        <pc:chgData name="翔琉 櫻井" userId="9696856e3d08c427" providerId="LiveId" clId="{BAD5A919-B9F7-4C11-84F2-2D1243327977}" dt="2026-02-10T10:25:22.170" v="4591" actId="207"/>
        <pc:sldMkLst>
          <pc:docMk/>
          <pc:sldMk cId="2498403875" sldId="274"/>
        </pc:sldMkLst>
        <pc:spChg chg="mod">
          <ac:chgData name="翔琉 櫻井" userId="9696856e3d08c427" providerId="LiveId" clId="{BAD5A919-B9F7-4C11-84F2-2D1243327977}" dt="2026-02-10T08:33:40.050" v="3357" actId="113"/>
          <ac:spMkLst>
            <pc:docMk/>
            <pc:sldMk cId="2498403875" sldId="274"/>
            <ac:spMk id="2" creationId="{42D5098D-3B26-965B-C14D-E174173A898C}"/>
          </ac:spMkLst>
        </pc:spChg>
        <pc:spChg chg="add mod">
          <ac:chgData name="翔琉 櫻井" userId="9696856e3d08c427" providerId="LiveId" clId="{BAD5A919-B9F7-4C11-84F2-2D1243327977}" dt="2026-02-10T10:25:22.170" v="4591" actId="207"/>
          <ac:spMkLst>
            <pc:docMk/>
            <pc:sldMk cId="2498403875" sldId="274"/>
            <ac:spMk id="7" creationId="{6CB2187F-23D1-A9A5-0590-46AB86D88CA7}"/>
          </ac:spMkLst>
        </pc:spChg>
        <pc:picChg chg="add mod">
          <ac:chgData name="翔琉 櫻井" userId="9696856e3d08c427" providerId="LiveId" clId="{BAD5A919-B9F7-4C11-84F2-2D1243327977}" dt="2026-02-10T08:33:12.575" v="3291" actId="962"/>
          <ac:picMkLst>
            <pc:docMk/>
            <pc:sldMk cId="2498403875" sldId="274"/>
            <ac:picMk id="6" creationId="{6A2D2695-A71D-75A7-39A5-7820ADA841CF}"/>
          </ac:picMkLst>
        </pc:picChg>
      </pc:sldChg>
      <pc:sldMasterChg chg="modSldLayout">
        <pc:chgData name="翔琉 櫻井" userId="9696856e3d08c427" providerId="LiveId" clId="{BAD5A919-B9F7-4C11-84F2-2D1243327977}" dt="2026-01-21T02:24:40.998" v="1077" actId="1076"/>
        <pc:sldMasterMkLst>
          <pc:docMk/>
          <pc:sldMasterMk cId="3623714491" sldId="2147483648"/>
        </pc:sldMasterMkLst>
        <pc:sldLayoutChg chg="addSp modSp mod">
          <pc:chgData name="翔琉 櫻井" userId="9696856e3d08c427" providerId="LiveId" clId="{BAD5A919-B9F7-4C11-84F2-2D1243327977}" dt="2026-01-21T02:24:40.998" v="1077" actId="1076"/>
          <pc:sldLayoutMkLst>
            <pc:docMk/>
            <pc:sldMasterMk cId="3623714491" sldId="2147483648"/>
            <pc:sldLayoutMk cId="2775203085" sldId="2147483649"/>
          </pc:sldLayoutMkLst>
          <pc:spChg chg="add mod">
            <ac:chgData name="翔琉 櫻井" userId="9696856e3d08c427" providerId="LiveId" clId="{BAD5A919-B9F7-4C11-84F2-2D1243327977}" dt="2026-01-21T02:24:40.998" v="1077" actId="1076"/>
            <ac:spMkLst>
              <pc:docMk/>
              <pc:sldMasterMk cId="3623714491" sldId="2147483648"/>
              <pc:sldLayoutMk cId="2775203085" sldId="2147483649"/>
              <ac:spMk id="5" creationId="{2F2C4110-5C2F-A0CF-CEEF-A040395BCB53}"/>
            </ac:spMkLst>
          </pc:spChg>
        </pc:sldLayoutChg>
      </pc:sldMasterChg>
    </pc:docChg>
  </pc:docChgLst>
  <pc:docChgLst>
    <pc:chgData name="翔琉 櫻井" userId="9696856e3d08c427" providerId="LiveId" clId="{BD309D27-4A6C-4473-87BA-473DBBF66F9B}"/>
    <pc:docChg chg="undo custSel addSld delSld modSld sldOrd">
      <pc:chgData name="翔琉 櫻井" userId="9696856e3d08c427" providerId="LiveId" clId="{BD309D27-4A6C-4473-87BA-473DBBF66F9B}" dt="2026-02-15T08:56:31.710" v="6293" actId="1076"/>
      <pc:docMkLst>
        <pc:docMk/>
      </pc:docMkLst>
      <pc:sldChg chg="addSp delSp modSp mod">
        <pc:chgData name="翔琉 櫻井" userId="9696856e3d08c427" providerId="LiveId" clId="{BD309D27-4A6C-4473-87BA-473DBBF66F9B}" dt="2026-02-13T09:28:47.749" v="5273" actId="1076"/>
        <pc:sldMkLst>
          <pc:docMk/>
          <pc:sldMk cId="71332995" sldId="257"/>
        </pc:sldMkLst>
        <pc:spChg chg="mod ord">
          <ac:chgData name="翔琉 櫻井" userId="9696856e3d08c427" providerId="LiveId" clId="{BD309D27-4A6C-4473-87BA-473DBBF66F9B}" dt="2026-02-13T09:28:40.529" v="5271" actId="167"/>
          <ac:spMkLst>
            <pc:docMk/>
            <pc:sldMk cId="71332995" sldId="257"/>
            <ac:spMk id="3" creationId="{AFE4376B-0BE6-DC44-9A92-9FB4E9E793D6}"/>
          </ac:spMkLst>
        </pc:spChg>
        <pc:spChg chg="mod">
          <ac:chgData name="翔琉 櫻井" userId="9696856e3d08c427" providerId="LiveId" clId="{BD309D27-4A6C-4473-87BA-473DBBF66F9B}" dt="2026-02-13T09:28:47.749" v="5273" actId="1076"/>
          <ac:spMkLst>
            <pc:docMk/>
            <pc:sldMk cId="71332995" sldId="257"/>
            <ac:spMk id="9" creationId="{21A731A3-5876-7CD9-AD8C-2EF1AD31AA8E}"/>
          </ac:spMkLst>
        </pc:spChg>
        <pc:spChg chg="add mod ord">
          <ac:chgData name="翔琉 櫻井" userId="9696856e3d08c427" providerId="LiveId" clId="{BD309D27-4A6C-4473-87BA-473DBBF66F9B}" dt="2026-02-13T09:28:42.662" v="5272" actId="14100"/>
          <ac:spMkLst>
            <pc:docMk/>
            <pc:sldMk cId="71332995" sldId="257"/>
            <ac:spMk id="21" creationId="{51FA538A-6348-9BB4-2E2A-E78969F497A9}"/>
          </ac:spMkLst>
        </pc:spChg>
        <pc:spChg chg="add mod ord">
          <ac:chgData name="翔琉 櫻井" userId="9696856e3d08c427" providerId="LiveId" clId="{BD309D27-4A6C-4473-87BA-473DBBF66F9B}" dt="2026-02-13T09:28:26.268" v="5268" actId="14100"/>
          <ac:spMkLst>
            <pc:docMk/>
            <pc:sldMk cId="71332995" sldId="257"/>
            <ac:spMk id="22" creationId="{96E70598-9FED-356E-DDDE-530E0D867D47}"/>
          </ac:spMkLst>
        </pc:spChg>
        <pc:spChg chg="add mod">
          <ac:chgData name="翔琉 櫻井" userId="9696856e3d08c427" providerId="LiveId" clId="{BD309D27-4A6C-4473-87BA-473DBBF66F9B}" dt="2026-01-19T23:19:07.647" v="1708" actId="1076"/>
          <ac:spMkLst>
            <pc:docMk/>
            <pc:sldMk cId="71332995" sldId="257"/>
            <ac:spMk id="23" creationId="{0E3A94D9-8DA9-314B-FCD9-8E91040FBF5B}"/>
          </ac:spMkLst>
        </pc:spChg>
      </pc:sldChg>
      <pc:sldChg chg="addSp delSp modSp mod modAnim">
        <pc:chgData name="翔琉 櫻井" userId="9696856e3d08c427" providerId="LiveId" clId="{BD309D27-4A6C-4473-87BA-473DBBF66F9B}" dt="2026-02-13T10:03:20.109" v="5953" actId="167"/>
        <pc:sldMkLst>
          <pc:docMk/>
          <pc:sldMk cId="1560374770" sldId="259"/>
        </pc:sldMkLst>
        <pc:spChg chg="mod">
          <ac:chgData name="翔琉 櫻井" userId="9696856e3d08c427" providerId="LiveId" clId="{BD309D27-4A6C-4473-87BA-473DBBF66F9B}" dt="2026-02-09T05:09:12.226" v="5096" actId="20577"/>
          <ac:spMkLst>
            <pc:docMk/>
            <pc:sldMk cId="1560374770" sldId="259"/>
            <ac:spMk id="2" creationId="{FDD48FF9-7E2F-CD35-8A02-3A48287A73E0}"/>
          </ac:spMkLst>
        </pc:spChg>
        <pc:picChg chg="add mod ord">
          <ac:chgData name="翔琉 櫻井" userId="9696856e3d08c427" providerId="LiveId" clId="{BD309D27-4A6C-4473-87BA-473DBBF66F9B}" dt="2026-02-13T10:03:20.109" v="5953" actId="167"/>
          <ac:picMkLst>
            <pc:docMk/>
            <pc:sldMk cId="1560374770" sldId="259"/>
            <ac:picMk id="54" creationId="{39D86E21-1A84-380D-FE90-E395AAE3594A}"/>
          </ac:picMkLst>
        </pc:picChg>
      </pc:sldChg>
      <pc:sldChg chg="addSp delSp modSp mod">
        <pc:chgData name="翔琉 櫻井" userId="9696856e3d08c427" providerId="LiveId" clId="{BD309D27-4A6C-4473-87BA-473DBBF66F9B}" dt="2026-02-13T10:50:59.776" v="5958" actId="1076"/>
        <pc:sldMkLst>
          <pc:docMk/>
          <pc:sldMk cId="2634224573" sldId="260"/>
        </pc:sldMkLst>
        <pc:spChg chg="mod">
          <ac:chgData name="翔琉 櫻井" userId="9696856e3d08c427" providerId="LiveId" clId="{BD309D27-4A6C-4473-87BA-473DBBF66F9B}" dt="2026-02-13T10:50:59.776" v="5958" actId="1076"/>
          <ac:spMkLst>
            <pc:docMk/>
            <pc:sldMk cId="2634224573" sldId="260"/>
            <ac:spMk id="9" creationId="{06E7C8C2-A0DB-8D97-A082-9F94D6C4BB9D}"/>
          </ac:spMkLst>
        </pc:spChg>
        <pc:spChg chg="mod">
          <ac:chgData name="翔琉 櫻井" userId="9696856e3d08c427" providerId="LiveId" clId="{BD309D27-4A6C-4473-87BA-473DBBF66F9B}" dt="2026-02-13T09:26:18.111" v="5242" actId="20577"/>
          <ac:spMkLst>
            <pc:docMk/>
            <pc:sldMk cId="2634224573" sldId="260"/>
            <ac:spMk id="41" creationId="{E324E133-541E-36FF-73C0-02DDB9A8A616}"/>
          </ac:spMkLst>
        </pc:spChg>
      </pc:sldChg>
      <pc:sldChg chg="addSp delSp modSp mod">
        <pc:chgData name="翔琉 櫻井" userId="9696856e3d08c427" providerId="LiveId" clId="{BD309D27-4A6C-4473-87BA-473DBBF66F9B}" dt="2026-02-09T05:32:07.653" v="5112" actId="14100"/>
        <pc:sldMkLst>
          <pc:docMk/>
          <pc:sldMk cId="1912879306" sldId="261"/>
        </pc:sldMkLst>
        <pc:spChg chg="mod">
          <ac:chgData name="翔琉 櫻井" userId="9696856e3d08c427" providerId="LiveId" clId="{BD309D27-4A6C-4473-87BA-473DBBF66F9B}" dt="2026-01-19T19:38:21.901" v="6" actId="207"/>
          <ac:spMkLst>
            <pc:docMk/>
            <pc:sldMk cId="1912879306" sldId="261"/>
            <ac:spMk id="63" creationId="{E4DB6871-A1AF-4AD2-68B8-EA48012E1F19}"/>
          </ac:spMkLst>
        </pc:spChg>
        <pc:picChg chg="add mod">
          <ac:chgData name="翔琉 櫻井" userId="9696856e3d08c427" providerId="LiveId" clId="{BD309D27-4A6C-4473-87BA-473DBBF66F9B}" dt="2026-02-09T05:32:07.653" v="5112" actId="14100"/>
          <ac:picMkLst>
            <pc:docMk/>
            <pc:sldMk cId="1912879306" sldId="261"/>
            <ac:picMk id="8" creationId="{C4F2CA39-E9E7-93DD-C9B3-840DA3575A47}"/>
          </ac:picMkLst>
        </pc:picChg>
      </pc:sldChg>
      <pc:sldChg chg="modSp mod">
        <pc:chgData name="翔琉 櫻井" userId="9696856e3d08c427" providerId="LiveId" clId="{BD309D27-4A6C-4473-87BA-473DBBF66F9B}" dt="2026-01-20T03:38:02.747" v="2920" actId="20577"/>
        <pc:sldMkLst>
          <pc:docMk/>
          <pc:sldMk cId="1416790845" sldId="262"/>
        </pc:sldMkLst>
        <pc:spChg chg="mod">
          <ac:chgData name="翔琉 櫻井" userId="9696856e3d08c427" providerId="LiveId" clId="{BD309D27-4A6C-4473-87BA-473DBBF66F9B}" dt="2026-01-20T03:27:01.747" v="2439" actId="115"/>
          <ac:spMkLst>
            <pc:docMk/>
            <pc:sldMk cId="1416790845" sldId="262"/>
            <ac:spMk id="2" creationId="{EFD60252-1501-71D8-6BC9-E78149346470}"/>
          </ac:spMkLst>
        </pc:spChg>
        <pc:spChg chg="mod">
          <ac:chgData name="翔琉 櫻井" userId="9696856e3d08c427" providerId="LiveId" clId="{BD309D27-4A6C-4473-87BA-473DBBF66F9B}" dt="2026-01-20T03:38:02.747" v="2920" actId="20577"/>
          <ac:spMkLst>
            <pc:docMk/>
            <pc:sldMk cId="1416790845" sldId="262"/>
            <ac:spMk id="5" creationId="{CC2B7B21-3B66-E807-85F4-EC62EAD85EDA}"/>
          </ac:spMkLst>
        </pc:spChg>
        <pc:spChg chg="mod">
          <ac:chgData name="翔琉 櫻井" userId="9696856e3d08c427" providerId="LiveId" clId="{BD309D27-4A6C-4473-87BA-473DBBF66F9B}" dt="2026-01-20T03:37:52.045" v="2918" actId="1076"/>
          <ac:spMkLst>
            <pc:docMk/>
            <pc:sldMk cId="1416790845" sldId="262"/>
            <ac:spMk id="6" creationId="{A9CDFBD1-186D-F566-03B2-C93A3FAC1712}"/>
          </ac:spMkLst>
        </pc:spChg>
      </pc:sldChg>
      <pc:sldChg chg="modSp mod">
        <pc:chgData name="翔琉 櫻井" userId="9696856e3d08c427" providerId="LiveId" clId="{BD309D27-4A6C-4473-87BA-473DBBF66F9B}" dt="2026-02-13T09:25:26.563" v="5227" actId="2711"/>
        <pc:sldMkLst>
          <pc:docMk/>
          <pc:sldMk cId="646169899" sldId="263"/>
        </pc:sldMkLst>
        <pc:spChg chg="mod">
          <ac:chgData name="翔琉 櫻井" userId="9696856e3d08c427" providerId="LiveId" clId="{BD309D27-4A6C-4473-87BA-473DBBF66F9B}" dt="2026-01-20T07:11:16.349" v="3015" actId="20577"/>
          <ac:spMkLst>
            <pc:docMk/>
            <pc:sldMk cId="646169899" sldId="263"/>
            <ac:spMk id="2" creationId="{113F3A42-9F33-C969-1239-8E61272F5176}"/>
          </ac:spMkLst>
        </pc:spChg>
        <pc:spChg chg="mod">
          <ac:chgData name="翔琉 櫻井" userId="9696856e3d08c427" providerId="LiveId" clId="{BD309D27-4A6C-4473-87BA-473DBBF66F9B}" dt="2026-02-13T09:25:26.563" v="5227" actId="2711"/>
          <ac:spMkLst>
            <pc:docMk/>
            <pc:sldMk cId="646169899" sldId="263"/>
            <ac:spMk id="3" creationId="{83113ED6-80FB-38AA-B1C6-A2AEE513B7C5}"/>
          </ac:spMkLst>
        </pc:spChg>
      </pc:sldChg>
      <pc:sldChg chg="addSp delSp modSp new mod ord">
        <pc:chgData name="翔琉 櫻井" userId="9696856e3d08c427" providerId="LiveId" clId="{BD309D27-4A6C-4473-87BA-473DBBF66F9B}" dt="2026-02-09T05:32:37.307" v="5118" actId="20577"/>
        <pc:sldMkLst>
          <pc:docMk/>
          <pc:sldMk cId="443401420" sldId="265"/>
        </pc:sldMkLst>
        <pc:spChg chg="mod">
          <ac:chgData name="翔琉 櫻井" userId="9696856e3d08c427" providerId="LiveId" clId="{BD309D27-4A6C-4473-87BA-473DBBF66F9B}" dt="2026-01-20T03:36:27.286" v="2827" actId="20577"/>
          <ac:spMkLst>
            <pc:docMk/>
            <pc:sldMk cId="443401420" sldId="265"/>
            <ac:spMk id="2" creationId="{4566B3D1-161C-F037-0DA7-B0CB974F353A}"/>
          </ac:spMkLst>
        </pc:spChg>
        <pc:spChg chg="add mod">
          <ac:chgData name="翔琉 櫻井" userId="9696856e3d08c427" providerId="LiveId" clId="{BD309D27-4A6C-4473-87BA-473DBBF66F9B}" dt="2026-02-09T05:32:37.307" v="5118" actId="20577"/>
          <ac:spMkLst>
            <pc:docMk/>
            <pc:sldMk cId="443401420" sldId="265"/>
            <ac:spMk id="9" creationId="{E221A8E1-EA11-1126-3023-712944A98EF5}"/>
          </ac:spMkLst>
        </pc:spChg>
        <pc:picChg chg="add mod modCrop">
          <ac:chgData name="翔琉 櫻井" userId="9696856e3d08c427" providerId="LiveId" clId="{BD309D27-4A6C-4473-87BA-473DBBF66F9B}" dt="2026-01-20T03:18:59.076" v="2424" actId="1076"/>
          <ac:picMkLst>
            <pc:docMk/>
            <pc:sldMk cId="443401420" sldId="265"/>
            <ac:picMk id="11" creationId="{39FFEEAE-C2D8-FD72-2E67-5800A0F655E4}"/>
          </ac:picMkLst>
        </pc:picChg>
      </pc:sldChg>
      <pc:sldChg chg="addSp delSp modSp new mod">
        <pc:chgData name="翔琉 櫻井" userId="9696856e3d08c427" providerId="LiveId" clId="{BD309D27-4A6C-4473-87BA-473DBBF66F9B}" dt="2026-02-13T11:00:35.116" v="6227" actId="14100"/>
        <pc:sldMkLst>
          <pc:docMk/>
          <pc:sldMk cId="2103166186" sldId="266"/>
        </pc:sldMkLst>
        <pc:spChg chg="mod">
          <ac:chgData name="翔琉 櫻井" userId="9696856e3d08c427" providerId="LiveId" clId="{BD309D27-4A6C-4473-87BA-473DBBF66F9B}" dt="2026-01-20T03:47:42.746" v="2948" actId="20577"/>
          <ac:spMkLst>
            <pc:docMk/>
            <pc:sldMk cId="2103166186" sldId="266"/>
            <ac:spMk id="2" creationId="{9F12D26F-B7BC-5F6A-BDA3-E65D2788B134}"/>
          </ac:spMkLst>
        </pc:spChg>
        <pc:spChg chg="mod ord">
          <ac:chgData name="翔琉 櫻井" userId="9696856e3d08c427" providerId="LiveId" clId="{BD309D27-4A6C-4473-87BA-473DBBF66F9B}" dt="2026-01-19T21:10:35.533" v="223" actId="26606"/>
          <ac:spMkLst>
            <pc:docMk/>
            <pc:sldMk cId="2103166186" sldId="266"/>
            <ac:spMk id="4" creationId="{09F9951A-6AF3-3F19-70CA-A6F5979A68FA}"/>
          </ac:spMkLst>
        </pc:spChg>
        <pc:spChg chg="mod">
          <ac:chgData name="翔琉 櫻井" userId="9696856e3d08c427" providerId="LiveId" clId="{BD309D27-4A6C-4473-87BA-473DBBF66F9B}" dt="2026-02-13T09:45:02.928" v="5447" actId="20577"/>
          <ac:spMkLst>
            <pc:docMk/>
            <pc:sldMk cId="2103166186" sldId="266"/>
            <ac:spMk id="9" creationId="{4101FAE1-2F9A-C553-A9BA-A2482198F063}"/>
          </ac:spMkLst>
        </pc:spChg>
        <pc:spChg chg="add mod">
          <ac:chgData name="翔琉 櫻井" userId="9696856e3d08c427" providerId="LiveId" clId="{BD309D27-4A6C-4473-87BA-473DBBF66F9B}" dt="2026-02-13T10:59:16.717" v="6208" actId="1076"/>
          <ac:spMkLst>
            <pc:docMk/>
            <pc:sldMk cId="2103166186" sldId="266"/>
            <ac:spMk id="10" creationId="{2A2A73F0-3C85-28F2-67AF-A45C4955E81C}"/>
          </ac:spMkLst>
        </pc:spChg>
        <pc:spChg chg="mod">
          <ac:chgData name="翔琉 櫻井" userId="9696856e3d08c427" providerId="LiveId" clId="{BD309D27-4A6C-4473-87BA-473DBBF66F9B}" dt="2026-02-13T09:52:30.337" v="5823" actId="14100"/>
          <ac:spMkLst>
            <pc:docMk/>
            <pc:sldMk cId="2103166186" sldId="266"/>
            <ac:spMk id="11" creationId="{7AB23996-5EA9-6643-52C6-0A9E99DD02A4}"/>
          </ac:spMkLst>
        </pc:spChg>
        <pc:spChg chg="mod">
          <ac:chgData name="翔琉 櫻井" userId="9696856e3d08c427" providerId="LiveId" clId="{BD309D27-4A6C-4473-87BA-473DBBF66F9B}" dt="2026-02-13T11:00:35.116" v="6227" actId="14100"/>
          <ac:spMkLst>
            <pc:docMk/>
            <pc:sldMk cId="2103166186" sldId="266"/>
            <ac:spMk id="12" creationId="{BD52230C-1927-16C9-740A-9FFBA1DD831E}"/>
          </ac:spMkLst>
        </pc:spChg>
        <pc:spChg chg="add mod">
          <ac:chgData name="翔琉 櫻井" userId="9696856e3d08c427" providerId="LiveId" clId="{BD309D27-4A6C-4473-87BA-473DBBF66F9B}" dt="2026-02-13T10:59:21.024" v="6209" actId="1076"/>
          <ac:spMkLst>
            <pc:docMk/>
            <pc:sldMk cId="2103166186" sldId="266"/>
            <ac:spMk id="13" creationId="{5DC99760-2A61-7E88-E168-9578CB3FD57C}"/>
          </ac:spMkLst>
        </pc:spChg>
        <pc:spChg chg="add mod">
          <ac:chgData name="翔琉 櫻井" userId="9696856e3d08c427" providerId="LiveId" clId="{BD309D27-4A6C-4473-87BA-473DBBF66F9B}" dt="2026-02-13T10:59:14.405" v="6207" actId="1076"/>
          <ac:spMkLst>
            <pc:docMk/>
            <pc:sldMk cId="2103166186" sldId="266"/>
            <ac:spMk id="14" creationId="{B8580310-C990-B0EC-5A19-295F10EA16DA}"/>
          </ac:spMkLst>
        </pc:spChg>
        <pc:spChg chg="add mod">
          <ac:chgData name="翔琉 櫻井" userId="9696856e3d08c427" providerId="LiveId" clId="{BD309D27-4A6C-4473-87BA-473DBBF66F9B}" dt="2026-02-13T10:59:29.815" v="6211" actId="1076"/>
          <ac:spMkLst>
            <pc:docMk/>
            <pc:sldMk cId="2103166186" sldId="266"/>
            <ac:spMk id="15" creationId="{6F353B76-CF8F-B428-CEDA-C252475AC03F}"/>
          </ac:spMkLst>
        </pc:spChg>
        <pc:picChg chg="add mod ord">
          <ac:chgData name="翔琉 櫻井" userId="9696856e3d08c427" providerId="LiveId" clId="{BD309D27-4A6C-4473-87BA-473DBBF66F9B}" dt="2026-02-13T10:51:35.785" v="5965" actId="167"/>
          <ac:picMkLst>
            <pc:docMk/>
            <pc:sldMk cId="2103166186" sldId="266"/>
            <ac:picMk id="6" creationId="{7E1E4301-A96D-2F13-FCB1-DC5250D86770}"/>
          </ac:picMkLst>
        </pc:picChg>
        <pc:cxnChg chg="add mod">
          <ac:chgData name="翔琉 櫻井" userId="9696856e3d08c427" providerId="LiveId" clId="{BD309D27-4A6C-4473-87BA-473DBBF66F9B}" dt="2026-02-13T10:59:43.722" v="6214" actId="14100"/>
          <ac:cxnSpMkLst>
            <pc:docMk/>
            <pc:sldMk cId="2103166186" sldId="266"/>
            <ac:cxnSpMk id="22" creationId="{E25646DB-B1F6-C3AD-3FBD-2B0E831EBBA0}"/>
          </ac:cxnSpMkLst>
        </pc:cxnChg>
        <pc:cxnChg chg="add mod">
          <ac:chgData name="翔琉 櫻井" userId="9696856e3d08c427" providerId="LiveId" clId="{BD309D27-4A6C-4473-87BA-473DBBF66F9B}" dt="2026-02-13T10:59:57.910" v="6218" actId="208"/>
          <ac:cxnSpMkLst>
            <pc:docMk/>
            <pc:sldMk cId="2103166186" sldId="266"/>
            <ac:cxnSpMk id="26" creationId="{A3D23484-322A-12E6-9033-FFF84C62D7E9}"/>
          </ac:cxnSpMkLst>
        </pc:cxnChg>
        <pc:cxnChg chg="add mod">
          <ac:chgData name="翔琉 櫻井" userId="9696856e3d08c427" providerId="LiveId" clId="{BD309D27-4A6C-4473-87BA-473DBBF66F9B}" dt="2026-02-13T11:00:13.276" v="6222" actId="208"/>
          <ac:cxnSpMkLst>
            <pc:docMk/>
            <pc:sldMk cId="2103166186" sldId="266"/>
            <ac:cxnSpMk id="29" creationId="{6217844D-1A6D-1A67-05D9-0270C9FDACD2}"/>
          </ac:cxnSpMkLst>
        </pc:cxnChg>
        <pc:cxnChg chg="add mod">
          <ac:chgData name="翔琉 櫻井" userId="9696856e3d08c427" providerId="LiveId" clId="{BD309D27-4A6C-4473-87BA-473DBBF66F9B}" dt="2026-02-13T11:00:23.927" v="6226" actId="208"/>
          <ac:cxnSpMkLst>
            <pc:docMk/>
            <pc:sldMk cId="2103166186" sldId="266"/>
            <ac:cxnSpMk id="32" creationId="{8C9F15B2-D9AB-A30D-6BD8-029E7EB26694}"/>
          </ac:cxnSpMkLst>
        </pc:cxnChg>
      </pc:sldChg>
      <pc:sldChg chg="addSp delSp modSp new mod">
        <pc:chgData name="翔琉 櫻井" userId="9696856e3d08c427" providerId="LiveId" clId="{BD309D27-4A6C-4473-87BA-473DBBF66F9B}" dt="2026-02-13T11:05:25.814" v="6292" actId="206"/>
        <pc:sldMkLst>
          <pc:docMk/>
          <pc:sldMk cId="814091284" sldId="268"/>
        </pc:sldMkLst>
        <pc:spChg chg="mod">
          <ac:chgData name="翔琉 櫻井" userId="9696856e3d08c427" providerId="LiveId" clId="{BD309D27-4A6C-4473-87BA-473DBBF66F9B}" dt="2026-01-20T07:36:20.123" v="3270" actId="20577"/>
          <ac:spMkLst>
            <pc:docMk/>
            <pc:sldMk cId="814091284" sldId="268"/>
            <ac:spMk id="2" creationId="{86AB8C8D-11A8-96A5-361A-59F9257AFEB8}"/>
          </ac:spMkLst>
        </pc:spChg>
        <pc:spChg chg="add del mod">
          <ac:chgData name="翔琉 櫻井" userId="9696856e3d08c427" providerId="LiveId" clId="{BD309D27-4A6C-4473-87BA-473DBBF66F9B}" dt="2026-02-13T11:05:25.814" v="6292" actId="206"/>
          <ac:spMkLst>
            <pc:docMk/>
            <pc:sldMk cId="814091284" sldId="268"/>
            <ac:spMk id="9" creationId="{F54FDCF0-C453-9702-A3E7-809C763B461B}"/>
          </ac:spMkLst>
        </pc:spChg>
        <pc:spChg chg="add mod">
          <ac:chgData name="翔琉 櫻井" userId="9696856e3d08c427" providerId="LiveId" clId="{BD309D27-4A6C-4473-87BA-473DBBF66F9B}" dt="2026-02-13T09:46:51.386" v="5613" actId="207"/>
          <ac:spMkLst>
            <pc:docMk/>
            <pc:sldMk cId="814091284" sldId="268"/>
            <ac:spMk id="10" creationId="{71DE01A5-1F87-13D2-22A3-7244C2BF70CC}"/>
          </ac:spMkLst>
        </pc:spChg>
        <pc:spChg chg="add mod">
          <ac:chgData name="翔琉 櫻井" userId="9696856e3d08c427" providerId="LiveId" clId="{BD309D27-4A6C-4473-87BA-473DBBF66F9B}" dt="2026-02-13T09:31:50.414" v="5336" actId="1076"/>
          <ac:spMkLst>
            <pc:docMk/>
            <pc:sldMk cId="814091284" sldId="268"/>
            <ac:spMk id="18" creationId="{7702A477-337E-122D-EA31-A55F7321F82D}"/>
          </ac:spMkLst>
        </pc:spChg>
        <pc:spChg chg="add mod">
          <ac:chgData name="翔琉 櫻井" userId="9696856e3d08c427" providerId="LiveId" clId="{BD309D27-4A6C-4473-87BA-473DBBF66F9B}" dt="2026-02-13T09:32:07.342" v="5365" actId="1076"/>
          <ac:spMkLst>
            <pc:docMk/>
            <pc:sldMk cId="814091284" sldId="268"/>
            <ac:spMk id="19" creationId="{1BEB860B-F834-39B9-E6F3-9386343FCB09}"/>
          </ac:spMkLst>
        </pc:spChg>
        <pc:spChg chg="add mod">
          <ac:chgData name="翔琉 櫻井" userId="9696856e3d08c427" providerId="LiveId" clId="{BD309D27-4A6C-4473-87BA-473DBBF66F9B}" dt="2026-02-13T09:32:37.440" v="5391" actId="1076"/>
          <ac:spMkLst>
            <pc:docMk/>
            <pc:sldMk cId="814091284" sldId="268"/>
            <ac:spMk id="20" creationId="{1C8F2513-FE7B-6F1D-7624-5E238E5DAF02}"/>
          </ac:spMkLst>
        </pc:spChg>
        <pc:spChg chg="add mod">
          <ac:chgData name="翔琉 櫻井" userId="9696856e3d08c427" providerId="LiveId" clId="{BD309D27-4A6C-4473-87BA-473DBBF66F9B}" dt="2026-02-13T11:05:09.945" v="6290" actId="1076"/>
          <ac:spMkLst>
            <pc:docMk/>
            <pc:sldMk cId="814091284" sldId="268"/>
            <ac:spMk id="22" creationId="{D178DB7A-10DE-070F-1B0A-7AEB1F507EB2}"/>
          </ac:spMkLst>
        </pc:spChg>
        <pc:spChg chg="add mod">
          <ac:chgData name="翔琉 櫻井" userId="9696856e3d08c427" providerId="LiveId" clId="{BD309D27-4A6C-4473-87BA-473DBBF66F9B}" dt="2026-02-13T11:04:43.786" v="6287" actId="1076"/>
          <ac:spMkLst>
            <pc:docMk/>
            <pc:sldMk cId="814091284" sldId="268"/>
            <ac:spMk id="23" creationId="{61E827CB-1620-9DD4-3D41-267FBD5B88B6}"/>
          </ac:spMkLst>
        </pc:spChg>
        <pc:spChg chg="add mod">
          <ac:chgData name="翔琉 櫻井" userId="9696856e3d08c427" providerId="LiveId" clId="{BD309D27-4A6C-4473-87BA-473DBBF66F9B}" dt="2026-02-13T11:04:43.786" v="6287" actId="1076"/>
          <ac:spMkLst>
            <pc:docMk/>
            <pc:sldMk cId="814091284" sldId="268"/>
            <ac:spMk id="24" creationId="{25A504FA-13F6-CA23-8170-C9A20D3DA684}"/>
          </ac:spMkLst>
        </pc:spChg>
        <pc:spChg chg="add mod">
          <ac:chgData name="翔琉 櫻井" userId="9696856e3d08c427" providerId="LiveId" clId="{BD309D27-4A6C-4473-87BA-473DBBF66F9B}" dt="2026-02-13T11:04:43.786" v="6287" actId="1076"/>
          <ac:spMkLst>
            <pc:docMk/>
            <pc:sldMk cId="814091284" sldId="268"/>
            <ac:spMk id="25" creationId="{96826CA5-0E0C-2930-10AC-50B3C9ED44E4}"/>
          </ac:spMkLst>
        </pc:spChg>
        <pc:picChg chg="add del mod ord">
          <ac:chgData name="翔琉 櫻井" userId="9696856e3d08c427" providerId="LiveId" clId="{BD309D27-4A6C-4473-87BA-473DBBF66F9B}" dt="2026-02-13T11:04:30.876" v="6286" actId="1076"/>
          <ac:picMkLst>
            <pc:docMk/>
            <pc:sldMk cId="814091284" sldId="268"/>
            <ac:picMk id="5" creationId="{BC83BF69-380B-7B8F-A309-FA7130143436}"/>
          </ac:picMkLst>
        </pc:picChg>
        <pc:picChg chg="add mod ord">
          <ac:chgData name="翔琉 櫻井" userId="9696856e3d08c427" providerId="LiveId" clId="{BD309D27-4A6C-4473-87BA-473DBBF66F9B}" dt="2026-02-13T09:49:00.908" v="5660" actId="167"/>
          <ac:picMkLst>
            <pc:docMk/>
            <pc:sldMk cId="814091284" sldId="268"/>
            <ac:picMk id="13" creationId="{0A913290-A3B8-C50E-9165-8DF1ED8A2F15}"/>
          </ac:picMkLst>
        </pc:picChg>
        <pc:picChg chg="add mod">
          <ac:chgData name="翔琉 櫻井" userId="9696856e3d08c427" providerId="LiveId" clId="{BD309D27-4A6C-4473-87BA-473DBBF66F9B}" dt="2026-02-13T09:31:01.660" v="5305" actId="1076"/>
          <ac:picMkLst>
            <pc:docMk/>
            <pc:sldMk cId="814091284" sldId="268"/>
            <ac:picMk id="17" creationId="{E2B13883-ED91-D928-5EED-7399964919F5}"/>
          </ac:picMkLst>
        </pc:picChg>
      </pc:sldChg>
      <pc:sldChg chg="modSp new mod">
        <pc:chgData name="翔琉 櫻井" userId="9696856e3d08c427" providerId="LiveId" clId="{BD309D27-4A6C-4473-87BA-473DBBF66F9B}" dt="2026-02-13T09:53:26.706" v="5877" actId="20577"/>
        <pc:sldMkLst>
          <pc:docMk/>
          <pc:sldMk cId="1108715131" sldId="269"/>
        </pc:sldMkLst>
        <pc:spChg chg="mod">
          <ac:chgData name="翔琉 櫻井" userId="9696856e3d08c427" providerId="LiveId" clId="{BD309D27-4A6C-4473-87BA-473DBBF66F9B}" dt="2026-01-19T23:27:56.773" v="1784" actId="20577"/>
          <ac:spMkLst>
            <pc:docMk/>
            <pc:sldMk cId="1108715131" sldId="269"/>
            <ac:spMk id="2" creationId="{4EFC2CDA-0986-B2B7-C320-6B8DE47B33BA}"/>
          </ac:spMkLst>
        </pc:spChg>
        <pc:spChg chg="mod">
          <ac:chgData name="翔琉 櫻井" userId="9696856e3d08c427" providerId="LiveId" clId="{BD309D27-4A6C-4473-87BA-473DBBF66F9B}" dt="2026-02-13T09:53:26.706" v="5877" actId="20577"/>
          <ac:spMkLst>
            <pc:docMk/>
            <pc:sldMk cId="1108715131" sldId="269"/>
            <ac:spMk id="3" creationId="{C25B94AA-472C-E1A1-1C84-B63E0A8F320E}"/>
          </ac:spMkLst>
        </pc:spChg>
      </pc:sldChg>
      <pc:sldChg chg="addSp delSp modSp mod">
        <pc:chgData name="翔琉 櫻井" userId="9696856e3d08c427" providerId="LiveId" clId="{BD309D27-4A6C-4473-87BA-473DBBF66F9B}" dt="2026-02-15T08:56:31.710" v="6293" actId="1076"/>
        <pc:sldMkLst>
          <pc:docMk/>
          <pc:sldMk cId="3266535694" sldId="272"/>
        </pc:sldMkLst>
        <pc:spChg chg="ord">
          <ac:chgData name="翔琉 櫻井" userId="9696856e3d08c427" providerId="LiveId" clId="{BD309D27-4A6C-4473-87BA-473DBBF66F9B}" dt="2026-02-13T09:17:29.290" v="5151" actId="167"/>
          <ac:spMkLst>
            <pc:docMk/>
            <pc:sldMk cId="3266535694" sldId="272"/>
            <ac:spMk id="3" creationId="{9CE2DA86-15D3-3D29-A8DC-6BF2A3868776}"/>
          </ac:spMkLst>
        </pc:spChg>
        <pc:spChg chg="add mod ord">
          <ac:chgData name="翔琉 櫻井" userId="9696856e3d08c427" providerId="LiveId" clId="{BD309D27-4A6C-4473-87BA-473DBBF66F9B}" dt="2026-02-13T09:17:34.205" v="5152" actId="1076"/>
          <ac:spMkLst>
            <pc:docMk/>
            <pc:sldMk cId="3266535694" sldId="272"/>
            <ac:spMk id="5" creationId="{7808E865-6A3F-1574-BE92-4F6A2EB2CCB6}"/>
          </ac:spMkLst>
        </pc:spChg>
        <pc:spChg chg="add mod">
          <ac:chgData name="翔琉 櫻井" userId="9696856e3d08c427" providerId="LiveId" clId="{BD309D27-4A6C-4473-87BA-473DBBF66F9B}" dt="2026-02-13T09:14:51.313" v="5136" actId="1076"/>
          <ac:spMkLst>
            <pc:docMk/>
            <pc:sldMk cId="3266535694" sldId="272"/>
            <ac:spMk id="8" creationId="{B9251A78-F9AA-71D2-1417-6AE9E1CC6A00}"/>
          </ac:spMkLst>
        </pc:spChg>
        <pc:spChg chg="mod">
          <ac:chgData name="翔琉 櫻井" userId="9696856e3d08c427" providerId="LiveId" clId="{BD309D27-4A6C-4473-87BA-473DBBF66F9B}" dt="2026-02-13T09:18:41.204" v="5168" actId="1076"/>
          <ac:spMkLst>
            <pc:docMk/>
            <pc:sldMk cId="3266535694" sldId="272"/>
            <ac:spMk id="9" creationId="{8A85EFBF-F54E-70A5-D158-37C7AE14C7CF}"/>
          </ac:spMkLst>
        </pc:spChg>
        <pc:spChg chg="add mod">
          <ac:chgData name="翔琉 櫻井" userId="9696856e3d08c427" providerId="LiveId" clId="{BD309D27-4A6C-4473-87BA-473DBBF66F9B}" dt="2026-02-13T09:18:37.060" v="5167" actId="1076"/>
          <ac:spMkLst>
            <pc:docMk/>
            <pc:sldMk cId="3266535694" sldId="272"/>
            <ac:spMk id="10" creationId="{3250D516-3709-566A-C162-7900482E55B2}"/>
          </ac:spMkLst>
        </pc:spChg>
        <pc:spChg chg="mod">
          <ac:chgData name="翔琉 櫻井" userId="9696856e3d08c427" providerId="LiveId" clId="{BD309D27-4A6C-4473-87BA-473DBBF66F9B}" dt="2026-02-13T09:15:08.624" v="5143" actId="1076"/>
          <ac:spMkLst>
            <pc:docMk/>
            <pc:sldMk cId="3266535694" sldId="272"/>
            <ac:spMk id="14" creationId="{8C1294A3-72BA-7BCA-A2D7-469CF5BB4786}"/>
          </ac:spMkLst>
        </pc:spChg>
        <pc:spChg chg="mod">
          <ac:chgData name="翔琉 櫻井" userId="9696856e3d08c427" providerId="LiveId" clId="{BD309D27-4A6C-4473-87BA-473DBBF66F9B}" dt="2026-02-15T08:56:31.710" v="6293" actId="1076"/>
          <ac:spMkLst>
            <pc:docMk/>
            <pc:sldMk cId="3266535694" sldId="272"/>
            <ac:spMk id="39" creationId="{140A9F7B-5094-1145-CABD-B246C3FDD88B}"/>
          </ac:spMkLst>
        </pc:spChg>
        <pc:spChg chg="add mod">
          <ac:chgData name="翔琉 櫻井" userId="9696856e3d08c427" providerId="LiveId" clId="{BD309D27-4A6C-4473-87BA-473DBBF66F9B}" dt="2026-02-13T09:21:30.769" v="5218" actId="207"/>
          <ac:spMkLst>
            <pc:docMk/>
            <pc:sldMk cId="3266535694" sldId="272"/>
            <ac:spMk id="44" creationId="{CAC1A2AC-AB56-AABB-7477-9C40E2FE1CED}"/>
          </ac:spMkLst>
        </pc:spChg>
        <pc:spChg chg="mod">
          <ac:chgData name="翔琉 櫻井" userId="9696856e3d08c427" providerId="LiveId" clId="{BD309D27-4A6C-4473-87BA-473DBBF66F9B}" dt="2026-02-13T09:15:04.288" v="5142" actId="1076"/>
          <ac:spMkLst>
            <pc:docMk/>
            <pc:sldMk cId="3266535694" sldId="272"/>
            <ac:spMk id="47" creationId="{8C922CC7-B019-5A58-8C17-809C4B6A356E}"/>
          </ac:spMkLst>
        </pc:spChg>
        <pc:cxnChg chg="mod">
          <ac:chgData name="翔琉 櫻井" userId="9696856e3d08c427" providerId="LiveId" clId="{BD309D27-4A6C-4473-87BA-473DBBF66F9B}" dt="2026-02-13T09:19:06.517" v="5171" actId="14100"/>
          <ac:cxnSpMkLst>
            <pc:docMk/>
            <pc:sldMk cId="3266535694" sldId="272"/>
            <ac:cxnSpMk id="17" creationId="{25D2585F-6876-844D-71FD-128D0E8CFA1B}"/>
          </ac:cxnSpMkLst>
        </pc:cxnChg>
        <pc:cxnChg chg="add mod">
          <ac:chgData name="翔琉 櫻井" userId="9696856e3d08c427" providerId="LiveId" clId="{BD309D27-4A6C-4473-87BA-473DBBF66F9B}" dt="2026-02-13T09:19:34.889" v="5177" actId="14100"/>
          <ac:cxnSpMkLst>
            <pc:docMk/>
            <pc:sldMk cId="3266535694" sldId="272"/>
            <ac:cxnSpMk id="30" creationId="{96CB7BCD-C1FE-14D6-3632-26F6094732BE}"/>
          </ac:cxnSpMkLst>
        </pc:cxnChg>
        <pc:cxnChg chg="add mod">
          <ac:chgData name="翔琉 櫻井" userId="9696856e3d08c427" providerId="LiveId" clId="{BD309D27-4A6C-4473-87BA-473DBBF66F9B}" dt="2026-02-13T09:20:01.247" v="5184" actId="14100"/>
          <ac:cxnSpMkLst>
            <pc:docMk/>
            <pc:sldMk cId="3266535694" sldId="272"/>
            <ac:cxnSpMk id="36" creationId="{FB083D6C-ACD2-E4EC-82D8-42A64B0F594A}"/>
          </ac:cxnSpMkLst>
        </pc:cxnChg>
      </pc:sldChg>
      <pc:sldChg chg="addSp delSp modSp mod">
        <pc:chgData name="翔琉 櫻井" userId="9696856e3d08c427" providerId="LiveId" clId="{BD309D27-4A6C-4473-87BA-473DBBF66F9B}" dt="2026-02-13T10:58:23.287" v="6145" actId="14100"/>
        <pc:sldMkLst>
          <pc:docMk/>
          <pc:sldMk cId="274282053" sldId="273"/>
        </pc:sldMkLst>
        <pc:spChg chg="mod">
          <ac:chgData name="翔琉 櫻井" userId="9696856e3d08c427" providerId="LiveId" clId="{BD309D27-4A6C-4473-87BA-473DBBF66F9B}" dt="2026-02-13T09:52:04.139" v="5744" actId="207"/>
          <ac:spMkLst>
            <pc:docMk/>
            <pc:sldMk cId="274282053" sldId="273"/>
            <ac:spMk id="7" creationId="{00A6B0C8-1C6B-A559-4737-574EB877BDF4}"/>
          </ac:spMkLst>
        </pc:spChg>
        <pc:spChg chg="mod">
          <ac:chgData name="翔琉 櫻井" userId="9696856e3d08c427" providerId="LiveId" clId="{BD309D27-4A6C-4473-87BA-473DBBF66F9B}" dt="2026-02-13T10:47:50.426" v="5957" actId="20577"/>
          <ac:spMkLst>
            <pc:docMk/>
            <pc:sldMk cId="274282053" sldId="273"/>
            <ac:spMk id="8" creationId="{E32DFD16-C8A6-7AFE-D111-F9E47ADB642A}"/>
          </ac:spMkLst>
        </pc:spChg>
        <pc:spChg chg="add mod">
          <ac:chgData name="翔琉 櫻井" userId="9696856e3d08c427" providerId="LiveId" clId="{BD309D27-4A6C-4473-87BA-473DBBF66F9B}" dt="2026-02-13T10:51:54.805" v="5966" actId="478"/>
          <ac:spMkLst>
            <pc:docMk/>
            <pc:sldMk cId="274282053" sldId="273"/>
            <ac:spMk id="9" creationId="{9B8E9F00-4875-F957-C017-CACA2D5FBDA5}"/>
          </ac:spMkLst>
        </pc:spChg>
        <pc:spChg chg="add mod">
          <ac:chgData name="翔琉 櫻井" userId="9696856e3d08c427" providerId="LiveId" clId="{BD309D27-4A6C-4473-87BA-473DBBF66F9B}" dt="2026-02-13T10:58:03.003" v="6124" actId="14100"/>
          <ac:spMkLst>
            <pc:docMk/>
            <pc:sldMk cId="274282053" sldId="273"/>
            <ac:spMk id="12" creationId="{9E5606FF-D8BA-36A8-8804-5AED8CBF7D3C}"/>
          </ac:spMkLst>
        </pc:spChg>
        <pc:spChg chg="add mod">
          <ac:chgData name="翔琉 櫻井" userId="9696856e3d08c427" providerId="LiveId" clId="{BD309D27-4A6C-4473-87BA-473DBBF66F9B}" dt="2026-02-13T10:58:16.914" v="6144" actId="14100"/>
          <ac:spMkLst>
            <pc:docMk/>
            <pc:sldMk cId="274282053" sldId="273"/>
            <ac:spMk id="15" creationId="{18A414FC-D0D3-6AD0-32A8-72D585624629}"/>
          </ac:spMkLst>
        </pc:spChg>
        <pc:spChg chg="add mod">
          <ac:chgData name="翔琉 櫻井" userId="9696856e3d08c427" providerId="LiveId" clId="{BD309D27-4A6C-4473-87BA-473DBBF66F9B}" dt="2026-02-13T10:55:30.572" v="6065" actId="14100"/>
          <ac:spMkLst>
            <pc:docMk/>
            <pc:sldMk cId="274282053" sldId="273"/>
            <ac:spMk id="20" creationId="{EA0AE6D1-46FC-0DC8-B180-F6113E4AB514}"/>
          </ac:spMkLst>
        </pc:spChg>
        <pc:spChg chg="add mod">
          <ac:chgData name="翔琉 櫻井" userId="9696856e3d08c427" providerId="LiveId" clId="{BD309D27-4A6C-4473-87BA-473DBBF66F9B}" dt="2026-02-13T10:56:52.072" v="6102" actId="207"/>
          <ac:spMkLst>
            <pc:docMk/>
            <pc:sldMk cId="274282053" sldId="273"/>
            <ac:spMk id="25" creationId="{39FB8771-BB4E-14AF-3A66-C4AA25C200FD}"/>
          </ac:spMkLst>
        </pc:spChg>
        <pc:picChg chg="ord">
          <ac:chgData name="翔琉 櫻井" userId="9696856e3d08c427" providerId="LiveId" clId="{BD309D27-4A6C-4473-87BA-473DBBF66F9B}" dt="2026-02-13T09:43:28.266" v="5399" actId="167"/>
          <ac:picMkLst>
            <pc:docMk/>
            <pc:sldMk cId="274282053" sldId="273"/>
            <ac:picMk id="3" creationId="{52BC15D5-F920-E66E-E83D-97EB53D18913}"/>
          </ac:picMkLst>
        </pc:picChg>
        <pc:picChg chg="add mod ord">
          <ac:chgData name="翔琉 櫻井" userId="9696856e3d08c427" providerId="LiveId" clId="{BD309D27-4A6C-4473-87BA-473DBBF66F9B}" dt="2026-02-13T10:52:03.745" v="5972" actId="167"/>
          <ac:picMkLst>
            <pc:docMk/>
            <pc:sldMk cId="274282053" sldId="273"/>
            <ac:picMk id="11" creationId="{5130B4CF-FC9F-A621-7909-9FB2288AFD34}"/>
          </ac:picMkLst>
        </pc:picChg>
        <pc:cxnChg chg="add mod">
          <ac:chgData name="翔琉 櫻井" userId="9696856e3d08c427" providerId="LiveId" clId="{BD309D27-4A6C-4473-87BA-473DBBF66F9B}" dt="2026-02-13T10:56:13.589" v="6076" actId="14100"/>
          <ac:cxnSpMkLst>
            <pc:docMk/>
            <pc:sldMk cId="274282053" sldId="273"/>
            <ac:cxnSpMk id="14" creationId="{1AEA56EB-3F5A-4A4E-2F0A-B8AAE1C74F7F}"/>
          </ac:cxnSpMkLst>
        </pc:cxnChg>
        <pc:cxnChg chg="add mod">
          <ac:chgData name="翔琉 櫻井" userId="9696856e3d08c427" providerId="LiveId" clId="{BD309D27-4A6C-4473-87BA-473DBBF66F9B}" dt="2026-02-13T10:58:23.287" v="6145" actId="14100"/>
          <ac:cxnSpMkLst>
            <pc:docMk/>
            <pc:sldMk cId="274282053" sldId="273"/>
            <ac:cxnSpMk id="16" creationId="{79138199-2CDC-AC9C-FF54-43F575EB850A}"/>
          </ac:cxnSpMkLst>
        </pc:cxnChg>
        <pc:cxnChg chg="add mod">
          <ac:chgData name="翔琉 櫻井" userId="9696856e3d08c427" providerId="LiveId" clId="{BD309D27-4A6C-4473-87BA-473DBBF66F9B}" dt="2026-02-13T10:55:44.427" v="6069" actId="208"/>
          <ac:cxnSpMkLst>
            <pc:docMk/>
            <pc:sldMk cId="274282053" sldId="273"/>
            <ac:cxnSpMk id="21" creationId="{F0E02930-DA3C-5EDE-B232-17078A322BD7}"/>
          </ac:cxnSpMkLst>
        </pc:cxnChg>
        <pc:cxnChg chg="add mod">
          <ac:chgData name="翔琉 櫻井" userId="9696856e3d08c427" providerId="LiveId" clId="{BD309D27-4A6C-4473-87BA-473DBBF66F9B}" dt="2026-02-13T10:57:07.555" v="6106" actId="208"/>
          <ac:cxnSpMkLst>
            <pc:docMk/>
            <pc:sldMk cId="274282053" sldId="273"/>
            <ac:cxnSpMk id="29" creationId="{A5E09C0F-F1F2-46E2-7994-E7D60E37EEEF}"/>
          </ac:cxnSpMkLst>
        </pc:cxnChg>
      </pc:sldChg>
      <pc:sldChg chg="addSp delSp modSp mod">
        <pc:chgData name="翔琉 櫻井" userId="9696856e3d08c427" providerId="LiveId" clId="{BD309D27-4A6C-4473-87BA-473DBBF66F9B}" dt="2026-02-13T11:01:29.576" v="6229" actId="478"/>
        <pc:sldMkLst>
          <pc:docMk/>
          <pc:sldMk cId="2498403875" sldId="274"/>
        </pc:sldMkLst>
      </pc:sldChg>
    </pc:docChg>
  </pc:docChgLst>
  <pc:docChgLst>
    <pc:chgData name="翔琉 櫻井" userId="9696856e3d08c427" providerId="LiveId" clId="{BF7D5C21-6C97-478A-B4E9-E9BDC868F1D2}"/>
    <pc:docChg chg="undo custSel addSld delSld modSld">
      <pc:chgData name="翔琉 櫻井" userId="9696856e3d08c427" providerId="LiveId" clId="{BF7D5C21-6C97-478A-B4E9-E9BDC868F1D2}" dt="2026-02-15T17:11:58.771" v="19170" actId="20577"/>
      <pc:docMkLst>
        <pc:docMk/>
      </pc:docMkLst>
      <pc:sldChg chg="modSp mod modNotesTx">
        <pc:chgData name="翔琉 櫻井" userId="9696856e3d08c427" providerId="LiveId" clId="{BF7D5C21-6C97-478A-B4E9-E9BDC868F1D2}" dt="2026-02-15T13:23:57.280" v="18919" actId="20577"/>
        <pc:sldMkLst>
          <pc:docMk/>
          <pc:sldMk cId="71332995" sldId="257"/>
        </pc:sldMkLst>
        <pc:spChg chg="mod">
          <ac:chgData name="翔琉 櫻井" userId="9696856e3d08c427" providerId="LiveId" clId="{BF7D5C21-6C97-478A-B4E9-E9BDC868F1D2}" dt="2026-02-13T00:04:07.734" v="2221" actId="1076"/>
          <ac:spMkLst>
            <pc:docMk/>
            <pc:sldMk cId="71332995" sldId="257"/>
            <ac:spMk id="23" creationId="{0E3A94D9-8DA9-314B-FCD9-8E91040FBF5B}"/>
          </ac:spMkLst>
        </pc:spChg>
      </pc:sldChg>
      <pc:sldChg chg="modNotesTx">
        <pc:chgData name="翔琉 櫻井" userId="9696856e3d08c427" providerId="LiveId" clId="{BF7D5C21-6C97-478A-B4E9-E9BDC868F1D2}" dt="2026-02-15T11:55:14.503" v="13292" actId="20577"/>
        <pc:sldMkLst>
          <pc:docMk/>
          <pc:sldMk cId="3681276924" sldId="258"/>
        </pc:sldMkLst>
      </pc:sldChg>
      <pc:sldChg chg="addSp delSp modSp mod modNotesTx">
        <pc:chgData name="翔琉 櫻井" userId="9696856e3d08c427" providerId="LiveId" clId="{BF7D5C21-6C97-478A-B4E9-E9BDC868F1D2}" dt="2026-02-15T12:09:17.378" v="14288" actId="20577"/>
        <pc:sldMkLst>
          <pc:docMk/>
          <pc:sldMk cId="1560374770" sldId="259"/>
        </pc:sldMkLst>
      </pc:sldChg>
      <pc:sldChg chg="addSp modSp mod modNotesTx">
        <pc:chgData name="翔琉 櫻井" userId="9696856e3d08c427" providerId="LiveId" clId="{BF7D5C21-6C97-478A-B4E9-E9BDC868F1D2}" dt="2026-02-15T12:15:12.381" v="14702" actId="20577"/>
        <pc:sldMkLst>
          <pc:docMk/>
          <pc:sldMk cId="2634224573" sldId="260"/>
        </pc:sldMkLst>
        <pc:spChg chg="add mod ord">
          <ac:chgData name="翔琉 櫻井" userId="9696856e3d08c427" providerId="LiveId" clId="{BF7D5C21-6C97-478A-B4E9-E9BDC868F1D2}" dt="2026-02-15T11:48:57.589" v="13255" actId="207"/>
          <ac:spMkLst>
            <pc:docMk/>
            <pc:sldMk cId="2634224573" sldId="260"/>
            <ac:spMk id="3" creationId="{2B105007-E1D6-2D5D-F152-5202985386E4}"/>
          </ac:spMkLst>
        </pc:spChg>
        <pc:spChg chg="add mod">
          <ac:chgData name="翔琉 櫻井" userId="9696856e3d08c427" providerId="LiveId" clId="{BF7D5C21-6C97-478A-B4E9-E9BDC868F1D2}" dt="2026-02-15T11:49:28.638" v="13279" actId="1076"/>
          <ac:spMkLst>
            <pc:docMk/>
            <pc:sldMk cId="2634224573" sldId="260"/>
            <ac:spMk id="5" creationId="{1DB612DE-D3AD-7135-999F-658024A97E6B}"/>
          </ac:spMkLst>
        </pc:spChg>
        <pc:spChg chg="mod">
          <ac:chgData name="翔琉 櫻井" userId="9696856e3d08c427" providerId="LiveId" clId="{BF7D5C21-6C97-478A-B4E9-E9BDC868F1D2}" dt="2026-02-15T11:49:15.749" v="13277" actId="20577"/>
          <ac:spMkLst>
            <pc:docMk/>
            <pc:sldMk cId="2634224573" sldId="260"/>
            <ac:spMk id="41" creationId="{E324E133-541E-36FF-73C0-02DDB9A8A616}"/>
          </ac:spMkLst>
        </pc:spChg>
      </pc:sldChg>
      <pc:sldChg chg="modSp mod modNotesTx">
        <pc:chgData name="翔琉 櫻井" userId="9696856e3d08c427" providerId="LiveId" clId="{BF7D5C21-6C97-478A-B4E9-E9BDC868F1D2}" dt="2026-02-15T17:09:04.119" v="19166" actId="20577"/>
        <pc:sldMkLst>
          <pc:docMk/>
          <pc:sldMk cId="1912879306" sldId="261"/>
        </pc:sldMkLst>
        <pc:spChg chg="mod">
          <ac:chgData name="翔琉 櫻井" userId="9696856e3d08c427" providerId="LiveId" clId="{BF7D5C21-6C97-478A-B4E9-E9BDC868F1D2}" dt="2026-02-15T12:26:08.991" v="15702" actId="20577"/>
          <ac:spMkLst>
            <pc:docMk/>
            <pc:sldMk cId="1912879306" sldId="261"/>
            <ac:spMk id="63" creationId="{E4DB6871-A1AF-4AD2-68B8-EA48012E1F19}"/>
          </ac:spMkLst>
        </pc:spChg>
      </pc:sldChg>
      <pc:sldChg chg="modSp mod modNotesTx">
        <pc:chgData name="翔琉 櫻井" userId="9696856e3d08c427" providerId="LiveId" clId="{BF7D5C21-6C97-478A-B4E9-E9BDC868F1D2}" dt="2026-02-15T17:11:58.771" v="19170" actId="20577"/>
        <pc:sldMkLst>
          <pc:docMk/>
          <pc:sldMk cId="1416790845" sldId="262"/>
        </pc:sldMkLst>
        <pc:spChg chg="mod">
          <ac:chgData name="翔琉 櫻井" userId="9696856e3d08c427" providerId="LiveId" clId="{BF7D5C21-6C97-478A-B4E9-E9BDC868F1D2}" dt="2026-02-13T00:30:37.548" v="5751" actId="20577"/>
          <ac:spMkLst>
            <pc:docMk/>
            <pc:sldMk cId="1416790845" sldId="262"/>
            <ac:spMk id="2" creationId="{EFD60252-1501-71D8-6BC9-E78149346470}"/>
          </ac:spMkLst>
        </pc:spChg>
        <pc:spChg chg="mod">
          <ac:chgData name="翔琉 櫻井" userId="9696856e3d08c427" providerId="LiveId" clId="{BF7D5C21-6C97-478A-B4E9-E9BDC868F1D2}" dt="2026-01-20T01:11:25.356" v="1412" actId="20577"/>
          <ac:spMkLst>
            <pc:docMk/>
            <pc:sldMk cId="1416790845" sldId="262"/>
            <ac:spMk id="5" creationId="{CC2B7B21-3B66-E807-85F4-EC62EAD85EDA}"/>
          </ac:spMkLst>
        </pc:spChg>
      </pc:sldChg>
      <pc:sldChg chg="modSp mod modNotesTx">
        <pc:chgData name="翔琉 櫻井" userId="9696856e3d08c427" providerId="LiveId" clId="{BF7D5C21-6C97-478A-B4E9-E9BDC868F1D2}" dt="2026-02-15T12:59:44.246" v="18381" actId="20577"/>
        <pc:sldMkLst>
          <pc:docMk/>
          <pc:sldMk cId="646169899" sldId="263"/>
        </pc:sldMkLst>
        <pc:spChg chg="mod">
          <ac:chgData name="翔琉 櫻井" userId="9696856e3d08c427" providerId="LiveId" clId="{BF7D5C21-6C97-478A-B4E9-E9BDC868F1D2}" dt="2026-01-20T01:35:21.814" v="1509" actId="207"/>
          <ac:spMkLst>
            <pc:docMk/>
            <pc:sldMk cId="646169899" sldId="263"/>
            <ac:spMk id="3" creationId="{83113ED6-80FB-38AA-B1C6-A2AEE513B7C5}"/>
          </ac:spMkLst>
        </pc:spChg>
      </pc:sldChg>
      <pc:sldChg chg="modSp mod modNotesTx">
        <pc:chgData name="翔琉 櫻井" userId="9696856e3d08c427" providerId="LiveId" clId="{BF7D5C21-6C97-478A-B4E9-E9BDC868F1D2}" dt="2026-02-15T12:50:20.871" v="17761" actId="20577"/>
        <pc:sldMkLst>
          <pc:docMk/>
          <pc:sldMk cId="443401420" sldId="265"/>
        </pc:sldMkLst>
        <pc:spChg chg="mod">
          <ac:chgData name="翔琉 櫻井" userId="9696856e3d08c427" providerId="LiveId" clId="{BF7D5C21-6C97-478A-B4E9-E9BDC868F1D2}" dt="2026-02-15T12:46:57.460" v="17448" actId="20577"/>
          <ac:spMkLst>
            <pc:docMk/>
            <pc:sldMk cId="443401420" sldId="265"/>
            <ac:spMk id="9" creationId="{E221A8E1-EA11-1126-3023-712944A98EF5}"/>
          </ac:spMkLst>
        </pc:spChg>
      </pc:sldChg>
      <pc:sldChg chg="modSp mod modNotesTx">
        <pc:chgData name="翔琉 櫻井" userId="9696856e3d08c427" providerId="LiveId" clId="{BF7D5C21-6C97-478A-B4E9-E9BDC868F1D2}" dt="2026-02-15T12:53:12.391" v="18020" actId="20577"/>
        <pc:sldMkLst>
          <pc:docMk/>
          <pc:sldMk cId="2103166186" sldId="266"/>
        </pc:sldMkLst>
        <pc:spChg chg="mod">
          <ac:chgData name="翔琉 櫻井" userId="9696856e3d08c427" providerId="LiveId" clId="{BF7D5C21-6C97-478A-B4E9-E9BDC868F1D2}" dt="2026-02-15T12:36:14.383" v="16287" actId="113"/>
          <ac:spMkLst>
            <pc:docMk/>
            <pc:sldMk cId="2103166186" sldId="266"/>
            <ac:spMk id="2" creationId="{9F12D26F-B7BC-5F6A-BDA3-E65D2788B134}"/>
          </ac:spMkLst>
        </pc:spChg>
      </pc:sldChg>
      <pc:sldChg chg="modNotesTx">
        <pc:chgData name="翔琉 櫻井" userId="9696856e3d08c427" providerId="LiveId" clId="{BF7D5C21-6C97-478A-B4E9-E9BDC868F1D2}" dt="2026-02-15T13:26:43.614" v="19105" actId="20577"/>
        <pc:sldMkLst>
          <pc:docMk/>
          <pc:sldMk cId="814091284" sldId="268"/>
        </pc:sldMkLst>
      </pc:sldChg>
      <pc:sldChg chg="modSp mod modNotesTx">
        <pc:chgData name="翔琉 櫻井" userId="9696856e3d08c427" providerId="LiveId" clId="{BF7D5C21-6C97-478A-B4E9-E9BDC868F1D2}" dt="2026-02-15T13:06:29.498" v="18888" actId="20577"/>
        <pc:sldMkLst>
          <pc:docMk/>
          <pc:sldMk cId="1108715131" sldId="269"/>
        </pc:sldMkLst>
        <pc:spChg chg="mod">
          <ac:chgData name="翔琉 櫻井" userId="9696856e3d08c427" providerId="LiveId" clId="{BF7D5C21-6C97-478A-B4E9-E9BDC868F1D2}" dt="2026-01-20T01:37:36.221" v="1525" actId="20577"/>
          <ac:spMkLst>
            <pc:docMk/>
            <pc:sldMk cId="1108715131" sldId="269"/>
            <ac:spMk id="2" creationId="{4EFC2CDA-0986-B2B7-C320-6B8DE47B33BA}"/>
          </ac:spMkLst>
        </pc:spChg>
        <pc:spChg chg="mod">
          <ac:chgData name="翔琉 櫻井" userId="9696856e3d08c427" providerId="LiveId" clId="{BF7D5C21-6C97-478A-B4E9-E9BDC868F1D2}" dt="2026-02-15T13:04:07.482" v="18686" actId="20577"/>
          <ac:spMkLst>
            <pc:docMk/>
            <pc:sldMk cId="1108715131" sldId="269"/>
            <ac:spMk id="3" creationId="{C25B94AA-472C-E1A1-1C84-B63E0A8F320E}"/>
          </ac:spMkLst>
        </pc:spChg>
      </pc:sldChg>
      <pc:sldChg chg="modSp mod modNotesTx">
        <pc:chgData name="翔琉 櫻井" userId="9696856e3d08c427" providerId="LiveId" clId="{BF7D5C21-6C97-478A-B4E9-E9BDC868F1D2}" dt="2026-02-15T17:00:45.687" v="19165" actId="20577"/>
        <pc:sldMkLst>
          <pc:docMk/>
          <pc:sldMk cId="3266535694" sldId="272"/>
        </pc:sldMkLst>
        <pc:spChg chg="mod">
          <ac:chgData name="翔琉 櫻井" userId="9696856e3d08c427" providerId="LiveId" clId="{BF7D5C21-6C97-478A-B4E9-E9BDC868F1D2}" dt="2026-02-13T01:07:52.423" v="10186" actId="1076"/>
          <ac:spMkLst>
            <pc:docMk/>
            <pc:sldMk cId="3266535694" sldId="272"/>
            <ac:spMk id="39" creationId="{140A9F7B-5094-1145-CABD-B246C3FDD88B}"/>
          </ac:spMkLst>
        </pc:spChg>
      </pc:sldChg>
      <pc:sldChg chg="addSp modSp mod modNotesTx">
        <pc:chgData name="翔琉 櫻井" userId="9696856e3d08c427" providerId="LiveId" clId="{BF7D5C21-6C97-478A-B4E9-E9BDC868F1D2}" dt="2026-02-15T12:55:57.562" v="18260" actId="20577"/>
        <pc:sldMkLst>
          <pc:docMk/>
          <pc:sldMk cId="274282053" sldId="273"/>
        </pc:sldMkLst>
        <pc:spChg chg="mod">
          <ac:chgData name="翔琉 櫻井" userId="9696856e3d08c427" providerId="LiveId" clId="{BF7D5C21-6C97-478A-B4E9-E9BDC868F1D2}" dt="2026-02-15T12:36:25.107" v="16288" actId="113"/>
          <ac:spMkLst>
            <pc:docMk/>
            <pc:sldMk cId="274282053" sldId="273"/>
            <ac:spMk id="2" creationId="{5670E5AB-B7CE-87F9-0DE2-DCA6A4B85B27}"/>
          </ac:spMkLst>
        </pc:spChg>
        <pc:spChg chg="mod">
          <ac:chgData name="翔琉 櫻井" userId="9696856e3d08c427" providerId="LiveId" clId="{BF7D5C21-6C97-478A-B4E9-E9BDC868F1D2}" dt="2026-02-13T00:50:33.175" v="8799" actId="1076"/>
          <ac:spMkLst>
            <pc:docMk/>
            <pc:sldMk cId="274282053" sldId="273"/>
            <ac:spMk id="7" creationId="{00A6B0C8-1C6B-A559-4737-574EB877BDF4}"/>
          </ac:spMkLst>
        </pc:spChg>
        <pc:spChg chg="mod">
          <ac:chgData name="翔琉 櫻井" userId="9696856e3d08c427" providerId="LiveId" clId="{BF7D5C21-6C97-478A-B4E9-E9BDC868F1D2}" dt="2026-02-13T00:50:37.224" v="8800" actId="1076"/>
          <ac:spMkLst>
            <pc:docMk/>
            <pc:sldMk cId="274282053" sldId="273"/>
            <ac:spMk id="8" creationId="{E32DFD16-C8A6-7AFE-D111-F9E47ADB642A}"/>
          </ac:spMkLst>
        </pc:spChg>
        <pc:picChg chg="add mod">
          <ac:chgData name="翔琉 櫻井" userId="9696856e3d08c427" providerId="LiveId" clId="{BF7D5C21-6C97-478A-B4E9-E9BDC868F1D2}" dt="2026-02-13T00:50:46.334" v="8803" actId="14100"/>
          <ac:picMkLst>
            <pc:docMk/>
            <pc:sldMk cId="274282053" sldId="273"/>
            <ac:picMk id="3" creationId="{52BC15D5-F920-E66E-E83D-97EB53D18913}"/>
          </ac:picMkLst>
        </pc:picChg>
      </pc:sldChg>
      <pc:sldChg chg="mod modShow modNotesTx">
        <pc:chgData name="翔琉 櫻井" userId="9696856e3d08c427" providerId="LiveId" clId="{BF7D5C21-6C97-478A-B4E9-E9BDC868F1D2}" dt="2026-02-13T01:42:39.425" v="13222" actId="729"/>
        <pc:sldMkLst>
          <pc:docMk/>
          <pc:sldMk cId="2498403875" sldId="274"/>
        </pc:sldMkLst>
      </pc:sldChg>
      <pc:sldChg chg="new del">
        <pc:chgData name="翔琉 櫻井" userId="9696856e3d08c427" providerId="LiveId" clId="{BF7D5C21-6C97-478A-B4E9-E9BDC868F1D2}" dt="2026-02-15T13:28:06.322" v="19109" actId="2696"/>
        <pc:sldMkLst>
          <pc:docMk/>
          <pc:sldMk cId="4252894211" sldId="275"/>
        </pc:sldMkLst>
      </pc:sldChg>
      <pc:sldChg chg="new del">
        <pc:chgData name="翔琉 櫻井" userId="9696856e3d08c427" providerId="LiveId" clId="{BF7D5C21-6C97-478A-B4E9-E9BDC868F1D2}" dt="2026-02-15T13:28:00.258" v="19108" actId="47"/>
        <pc:sldMkLst>
          <pc:docMk/>
          <pc:sldMk cId="3588782325" sldId="2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6D9647-ECF1-4A86-B476-A023641EC6F8}" type="datetimeFigureOut">
              <a:rPr kumimoji="1" lang="ja-JP" altLang="en-US" smtClean="0"/>
              <a:t>2026/2/25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C1465-738F-4BB6-B6E4-EBA8CE2D4CD8}" type="slidenum">
              <a:rPr kumimoji="1" lang="ja-JP" altLang="en-US" smtClean="0"/>
              <a:t>‹#›</a:t>
            </a:fld>
            <a:endParaRPr kumimoji="1" lang="ja-JP" altLang="en-US"/>
          </a:p>
        </p:txBody>
      </p:sp>
    </p:spTree>
    <p:extLst>
      <p:ext uri="{BB962C8B-B14F-4D97-AF65-F5344CB8AC3E}">
        <p14:creationId xmlns:p14="http://schemas.microsoft.com/office/powerpoint/2010/main" val="51826977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1</a:t>
            </a:fld>
            <a:endParaRPr kumimoji="1" lang="ja-JP" altLang="en-US"/>
          </a:p>
        </p:txBody>
      </p:sp>
    </p:spTree>
    <p:extLst>
      <p:ext uri="{BB962C8B-B14F-4D97-AF65-F5344CB8AC3E}">
        <p14:creationId xmlns:p14="http://schemas.microsoft.com/office/powerpoint/2010/main" val="643640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背景といたしましては、まず、計算資源</a:t>
            </a:r>
            <a:r>
              <a:rPr kumimoji="1" lang="en-US" altLang="ja-JP"/>
              <a:t>GPU</a:t>
            </a:r>
            <a:r>
              <a:rPr kumimoji="1" lang="ja-JP" altLang="en-US"/>
              <a:t>の需要増加です。</a:t>
            </a:r>
            <a:r>
              <a:rPr lang="en-US" altLang="ja-JP" sz="1200"/>
              <a:t>AI</a:t>
            </a:r>
            <a:r>
              <a:rPr lang="ja-JP" altLang="en-US" sz="1200"/>
              <a:t>・データサイエンス分野の発展に伴い、</a:t>
            </a:r>
            <a:r>
              <a:rPr lang="en-US" altLang="ja-JP" sz="1200"/>
              <a:t>GPU</a:t>
            </a:r>
            <a:r>
              <a:rPr lang="ja-JP" altLang="en-US" sz="1200"/>
              <a:t>需要は年々増加していて、</a:t>
            </a:r>
            <a:br>
              <a:rPr lang="ja-JP" altLang="en-US" sz="1200"/>
            </a:br>
            <a:r>
              <a:rPr lang="ja-JP" altLang="en-US" sz="1200"/>
              <a:t>特にデータセンター向け</a:t>
            </a:r>
            <a:r>
              <a:rPr lang="en-US" altLang="ja-JP" sz="1200"/>
              <a:t>GPU</a:t>
            </a:r>
            <a:r>
              <a:rPr lang="ja-JP" altLang="en-US" sz="1200"/>
              <a:t>市場は、今後も高い成長率で拡大すると予測されています。</a:t>
            </a:r>
            <a:endParaRPr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つぎに、</a:t>
            </a:r>
            <a:r>
              <a:rPr lang="en-US" altLang="ja-JP" sz="1200"/>
              <a:t>GPU</a:t>
            </a:r>
            <a:r>
              <a:rPr lang="ja-JP" altLang="en-US" sz="1200"/>
              <a:t>資源の高価と調達が困難になっているということです</a:t>
            </a:r>
            <a:endParaRPr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高性能な</a:t>
            </a:r>
            <a:r>
              <a:rPr lang="en-US" altLang="ja-JP" sz="1200"/>
              <a:t>GPU</a:t>
            </a:r>
            <a:r>
              <a:rPr lang="ja-JP" altLang="en-US" sz="1200"/>
              <a:t>は製造コストが高く、供給がひっ迫</a:t>
            </a:r>
            <a:endParaRPr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そのため、大阪大学のような研究機関で必要な時に十分な</a:t>
            </a:r>
            <a:r>
              <a:rPr lang="en-US" altLang="ja-JP" sz="1200"/>
              <a:t>GPU</a:t>
            </a:r>
            <a:r>
              <a:rPr lang="ja-JP" altLang="en-US" sz="1200"/>
              <a:t>資源を確保することが困難になっている</a:t>
            </a:r>
            <a:endParaRPr lang="en-US" altLang="ja-JP" sz="120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こういった背景から、われわれは学内の研究室に点在する</a:t>
            </a:r>
            <a:r>
              <a:rPr lang="en-US" altLang="ja-JP" sz="1200"/>
              <a:t>GPU</a:t>
            </a:r>
            <a:r>
              <a:rPr lang="ja-JP" altLang="en-US" sz="1200"/>
              <a:t>資源をネットワークを介して共有する</a:t>
            </a:r>
            <a:r>
              <a:rPr kumimoji="1" lang="ja-JP" altLang="en-US" sz="1200" b="1"/>
              <a:t>学内</a:t>
            </a:r>
            <a:r>
              <a:rPr kumimoji="1" lang="en-US" altLang="ja-JP" sz="1200" b="1"/>
              <a:t>GPU</a:t>
            </a:r>
            <a:r>
              <a:rPr kumimoji="1" lang="ja-JP" altLang="en-US" sz="1200" b="1"/>
              <a:t>共有基盤</a:t>
            </a:r>
            <a:r>
              <a:rPr kumimoji="1" lang="en-US" altLang="ja-JP" sz="1200" b="1"/>
              <a:t>ACP</a:t>
            </a:r>
            <a:r>
              <a:rPr kumimoji="1" lang="ja-JP" altLang="en-US" sz="1200" b="1"/>
              <a:t>を検討しています</a:t>
            </a:r>
            <a:endParaRPr kumimoji="1" lang="en-US" altLang="ja-JP" sz="1200" b="1"/>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a:p>
          <a:p>
            <a:endParaRPr kumimoji="1" lang="ja-JP" altLang="en-US"/>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2</a:t>
            </a:fld>
            <a:endParaRPr kumimoji="1" lang="ja-JP" altLang="en-US"/>
          </a:p>
        </p:txBody>
      </p:sp>
    </p:spTree>
    <p:extLst>
      <p:ext uri="{BB962C8B-B14F-4D97-AF65-F5344CB8AC3E}">
        <p14:creationId xmlns:p14="http://schemas.microsoft.com/office/powerpoint/2010/main" val="23499922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i="1"/>
              <a:t>では、</a:t>
            </a:r>
            <a:r>
              <a:rPr kumimoji="1" lang="en-US" altLang="ja-JP" i="1"/>
              <a:t>AIR computing pool</a:t>
            </a:r>
            <a:r>
              <a:rPr kumimoji="1" lang="ja-JP" altLang="en-US" i="1"/>
              <a:t>、</a:t>
            </a:r>
            <a:r>
              <a:rPr kumimoji="1" lang="en-US" altLang="ja-JP" i="1"/>
              <a:t>ACP</a:t>
            </a:r>
            <a:r>
              <a:rPr kumimoji="1" lang="ja-JP" altLang="en-US" i="1"/>
              <a:t>とはどういったものなのか説明します。</a:t>
            </a:r>
            <a:endParaRPr kumimoji="1" lang="en-US" altLang="ja-JP" i="1"/>
          </a:p>
          <a:p>
            <a:r>
              <a:rPr kumimoji="1" lang="ja-JP" altLang="en-US" i="1"/>
              <a:t>従来の研究機関では下の４つの研究機関それぞれが個別のＧＰＵを所有していて、各自のタスクをその</a:t>
            </a:r>
            <a:r>
              <a:rPr kumimoji="1" lang="en-US" altLang="ja-JP" i="1"/>
              <a:t>GPU</a:t>
            </a:r>
            <a:r>
              <a:rPr kumimoji="1" lang="ja-JP" altLang="en-US" i="1"/>
              <a:t>だけで処理しています。</a:t>
            </a:r>
            <a:endParaRPr kumimoji="1" lang="en-US" altLang="ja-JP" i="1"/>
          </a:p>
          <a:p>
            <a:r>
              <a:rPr kumimoji="1" lang="ja-JP" altLang="en-US" i="1"/>
              <a:t>このような状況にＡＣＰを導入することでこれらの</a:t>
            </a:r>
            <a:r>
              <a:rPr kumimoji="1" lang="en-US" altLang="ja-JP" i="1"/>
              <a:t>GPU</a:t>
            </a:r>
            <a:r>
              <a:rPr kumimoji="1" lang="ja-JP" altLang="en-US" i="1"/>
              <a:t>をネットワークを介して共有し、</a:t>
            </a:r>
            <a:r>
              <a:rPr kumimoji="1" lang="en-US" altLang="ja-JP" i="1"/>
              <a:t>GPU</a:t>
            </a:r>
            <a:r>
              <a:rPr kumimoji="1" lang="ja-JP" altLang="en-US" i="1"/>
              <a:t>が余っていたり、利用していない時間帯がある研究室は、それらを提供します。逆に</a:t>
            </a:r>
            <a:r>
              <a:rPr kumimoji="1" lang="en-US" altLang="ja-JP" i="1"/>
              <a:t>GPU</a:t>
            </a:r>
            <a:r>
              <a:rPr kumimoji="1" lang="ja-JP" altLang="en-US" i="1"/>
              <a:t>が不足している研究室は</a:t>
            </a:r>
            <a:r>
              <a:rPr kumimoji="1" lang="en-US" altLang="ja-JP" i="1"/>
              <a:t>ACP</a:t>
            </a:r>
            <a:r>
              <a:rPr kumimoji="1" lang="ja-JP" altLang="en-US" i="1"/>
              <a:t>上の</a:t>
            </a:r>
            <a:r>
              <a:rPr kumimoji="1" lang="en-US" altLang="ja-JP" i="1"/>
              <a:t>GPU</a:t>
            </a:r>
            <a:r>
              <a:rPr kumimoji="1" lang="ja-JP" altLang="en-US" i="1"/>
              <a:t>を利用できタスクを処理するということができます。このように学内全体の遊休資源を効率的に利用することでスループットの向上を目標にしています。</a:t>
            </a:r>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3</a:t>
            </a:fld>
            <a:endParaRPr kumimoji="1" lang="ja-JP" altLang="en-US"/>
          </a:p>
        </p:txBody>
      </p:sp>
    </p:spTree>
    <p:extLst>
      <p:ext uri="{BB962C8B-B14F-4D97-AF65-F5344CB8AC3E}">
        <p14:creationId xmlns:p14="http://schemas.microsoft.com/office/powerpoint/2010/main" val="334831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ですが、</a:t>
            </a:r>
            <a:r>
              <a:rPr kumimoji="1" lang="en-US" altLang="ja-JP"/>
              <a:t>ACP</a:t>
            </a:r>
            <a:r>
              <a:rPr kumimoji="1" lang="ja-JP" altLang="en-US"/>
              <a:t>の導入にはまだまだ検討すべき点が多く残っています。その一つに</a:t>
            </a:r>
            <a:r>
              <a:rPr kumimoji="1" lang="en-US" altLang="ja-JP"/>
              <a:t>ACP</a:t>
            </a:r>
            <a:r>
              <a:rPr kumimoji="1" lang="ja-JP" altLang="en-US"/>
              <a:t>をいかに普及させ、どのように持続的な運用をするかということです。</a:t>
            </a:r>
            <a:endParaRPr kumimoji="1" lang="en-US" altLang="ja-JP"/>
          </a:p>
          <a:p>
            <a:r>
              <a:rPr kumimoji="1" lang="en-US" altLang="ja-JP"/>
              <a:t>GPU</a:t>
            </a:r>
            <a:r>
              <a:rPr kumimoji="1" lang="ja-JP" altLang="en-US"/>
              <a:t>を共有するサービスは</a:t>
            </a:r>
            <a:r>
              <a:rPr kumimoji="1" lang="en-US" altLang="ja-JP"/>
              <a:t>AWS</a:t>
            </a:r>
            <a:r>
              <a:rPr kumimoji="1" lang="ja-JP" altLang="en-US"/>
              <a:t>や</a:t>
            </a:r>
            <a:r>
              <a:rPr kumimoji="1" lang="en-US" altLang="ja-JP"/>
              <a:t>GCP</a:t>
            </a:r>
            <a:r>
              <a:rPr kumimoji="1" lang="ja-JP" altLang="en-US"/>
              <a:t>などすでに存在しているんですが、これらはベンダーが十分な資源を購入して、それらを消費者に使ってもらうという中央集権的なサービスです。</a:t>
            </a:r>
            <a:endParaRPr kumimoji="1" lang="en-US" altLang="ja-JP"/>
          </a:p>
          <a:p>
            <a:r>
              <a:rPr kumimoji="1" lang="ja-JP" altLang="en-US"/>
              <a:t>しかし、今回検討中のＡＣＰは</a:t>
            </a:r>
            <a:r>
              <a:rPr kumimoji="1" lang="en-US" altLang="ja-JP"/>
              <a:t>GPU</a:t>
            </a:r>
            <a:r>
              <a:rPr kumimoji="1" lang="ja-JP" altLang="en-US"/>
              <a:t>資源の提供者がＡＣＰの利用者にもなるという分散的なサービスになっているので、持続的な運用を実現するために多くの資源を提供してもらわないといけません。</a:t>
            </a:r>
            <a:endParaRPr kumimoji="1" lang="en-US" altLang="ja-JP"/>
          </a:p>
          <a:p>
            <a:r>
              <a:rPr kumimoji="1" lang="ja-JP" altLang="en-US"/>
              <a:t>そのために、私は善意によって</a:t>
            </a:r>
            <a:r>
              <a:rPr kumimoji="1" lang="en-US" altLang="ja-JP"/>
              <a:t>GPU</a:t>
            </a:r>
            <a:r>
              <a:rPr kumimoji="1" lang="ja-JP" altLang="en-US"/>
              <a:t>を提供してもらうのではなく、自発的に</a:t>
            </a:r>
            <a:r>
              <a:rPr kumimoji="1" lang="en-US" altLang="ja-JP"/>
              <a:t>GPU</a:t>
            </a:r>
            <a:r>
              <a:rPr kumimoji="1" lang="ja-JP" altLang="en-US"/>
              <a:t>を貸し出したくなるようなインセンティブを設計することを研究目的としました。</a:t>
            </a:r>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4</a:t>
            </a:fld>
            <a:endParaRPr kumimoji="1" lang="ja-JP" altLang="en-US"/>
          </a:p>
        </p:txBody>
      </p:sp>
    </p:spTree>
    <p:extLst>
      <p:ext uri="{BB962C8B-B14F-4D97-AF65-F5344CB8AC3E}">
        <p14:creationId xmlns:p14="http://schemas.microsoft.com/office/powerpoint/2010/main" val="3013384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ですが、やはり自分たちの研究を進めるために、</a:t>
            </a:r>
            <a:r>
              <a:rPr kumimoji="1" lang="en-US" altLang="ja-JP"/>
              <a:t>GPU</a:t>
            </a:r>
            <a:r>
              <a:rPr kumimoji="1" lang="ja-JP" altLang="en-US"/>
              <a:t>を購入したのに、それを提供してもらうのは困難です。実際になにもシステムルールなしに単純な共有システムにしてしまうと高性能な</a:t>
            </a:r>
            <a:r>
              <a:rPr kumimoji="1" lang="en-US" altLang="ja-JP"/>
              <a:t>GPU</a:t>
            </a:r>
            <a:r>
              <a:rPr kumimoji="1" lang="ja-JP" altLang="en-US"/>
              <a:t>はほかのユーザーからのタスク割り当てが集中し、資源所有者が自分が使いたいときに使えない状況になり、結果的にその資源を提供してもらえなくなります。</a:t>
            </a:r>
            <a:endParaRPr kumimoji="1" lang="en-US" altLang="ja-JP"/>
          </a:p>
          <a:p>
            <a:r>
              <a:rPr kumimoji="1" lang="ja-JP" altLang="en-US"/>
              <a:t>そうなるとその次に高性能な</a:t>
            </a:r>
            <a:r>
              <a:rPr kumimoji="1" lang="en-US" altLang="ja-JP"/>
              <a:t>GPU</a:t>
            </a:r>
            <a:r>
              <a:rPr kumimoji="1" lang="ja-JP" altLang="en-US"/>
              <a:t>に集中し、その資源が抜けて、というように最終的には</a:t>
            </a:r>
            <a:r>
              <a:rPr kumimoji="1" lang="en-US" altLang="ja-JP"/>
              <a:t>ACP</a:t>
            </a:r>
            <a:r>
              <a:rPr kumimoji="1" lang="ja-JP" altLang="en-US"/>
              <a:t>に資源が残らないような結果になる可能性があります。そのため、資源を安心して提供してもらうために</a:t>
            </a:r>
            <a:endParaRPr kumimoji="1" lang="en-US" altLang="ja-JP"/>
          </a:p>
          <a:p>
            <a:r>
              <a:rPr kumimoji="1" lang="ja-JP" altLang="en-US"/>
              <a:t>資源</a:t>
            </a:r>
            <a:r>
              <a:rPr lang="ja-JP" altLang="en-US" b="1">
                <a:solidFill>
                  <a:schemeClr val="accent2"/>
                </a:solidFill>
              </a:rPr>
              <a:t>提供者の所有権を保証して、所有者の利便性を最優先にあつかう制度を導入することが必要になります。</a:t>
            </a:r>
          </a:p>
          <a:p>
            <a:endParaRPr kumimoji="1" lang="ja-JP" altLang="en-US"/>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5</a:t>
            </a:fld>
            <a:endParaRPr kumimoji="1" lang="ja-JP" altLang="en-US"/>
          </a:p>
        </p:txBody>
      </p:sp>
    </p:spTree>
    <p:extLst>
      <p:ext uri="{BB962C8B-B14F-4D97-AF65-F5344CB8AC3E}">
        <p14:creationId xmlns:p14="http://schemas.microsoft.com/office/powerpoint/2010/main" val="40563857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そこで、私は「所有者優先権を保証するプリエンプティブ方式を用いた共有基盤を提案します。基盤の概要は、ユーザーが</a:t>
            </a:r>
            <a:r>
              <a:rPr kumimoji="1" lang="en-US" altLang="ja-JP"/>
              <a:t>ACP</a:t>
            </a:r>
            <a:r>
              <a:rPr kumimoji="1" lang="ja-JP" altLang="en-US"/>
              <a:t>にタスクを投入すると、</a:t>
            </a:r>
            <a:endParaRPr kumimoji="1" lang="en-US" altLang="ja-JP"/>
          </a:p>
          <a:p>
            <a:r>
              <a:rPr kumimoji="1" lang="en-US" altLang="ja-JP"/>
              <a:t>ACP</a:t>
            </a:r>
            <a:r>
              <a:rPr kumimoji="1" lang="ja-JP" altLang="en-US"/>
              <a:t>管理ポータルがこのタスクを最短で完了できるような</a:t>
            </a:r>
            <a:r>
              <a:rPr kumimoji="1" lang="en-US" altLang="ja-JP"/>
              <a:t>ACP</a:t>
            </a:r>
            <a:r>
              <a:rPr kumimoji="1" lang="ja-JP" altLang="en-US"/>
              <a:t>上の</a:t>
            </a:r>
            <a:r>
              <a:rPr kumimoji="1" lang="en-US" altLang="ja-JP"/>
              <a:t>GPU</a:t>
            </a:r>
            <a:r>
              <a:rPr kumimoji="1" lang="ja-JP" altLang="en-US"/>
              <a:t>を選択し、割り当てます。しかし、このタスクの実行中に割り当てられた</a:t>
            </a:r>
            <a:r>
              <a:rPr kumimoji="1" lang="en-US" altLang="ja-JP"/>
              <a:t>GPU</a:t>
            </a:r>
            <a:r>
              <a:rPr kumimoji="1" lang="ja-JP" altLang="en-US"/>
              <a:t>のオーナーがこの</a:t>
            </a:r>
            <a:r>
              <a:rPr kumimoji="1" lang="en-US" altLang="ja-JP"/>
              <a:t>GPU</a:t>
            </a:r>
            <a:r>
              <a:rPr kumimoji="1" lang="ja-JP" altLang="en-US"/>
              <a:t>を取り戻したいとなった場合、実行中のタスクをプリエンプション（途中切断）をし、即座に所有者のもとにその</a:t>
            </a:r>
            <a:r>
              <a:rPr kumimoji="1" lang="en-US" altLang="ja-JP"/>
              <a:t>GPU</a:t>
            </a:r>
            <a:r>
              <a:rPr kumimoji="1" lang="ja-JP" altLang="en-US"/>
              <a:t>が戻るようになっています。ここで、実行途中のタスクはほかの</a:t>
            </a:r>
            <a:r>
              <a:rPr kumimoji="1" lang="en-US" altLang="ja-JP"/>
              <a:t>GPU</a:t>
            </a:r>
            <a:r>
              <a:rPr kumimoji="1" lang="ja-JP" altLang="en-US"/>
              <a:t>にマイグレーションするという流れです。</a:t>
            </a:r>
            <a:endParaRPr kumimoji="1" lang="en-US" altLang="ja-JP"/>
          </a:p>
          <a:p>
            <a:r>
              <a:rPr kumimoji="1" lang="ja-JP" altLang="en-US"/>
              <a:t>このプリエンプティブ方式を用いて、所有者の利便性を保証しようと考えました。</a:t>
            </a:r>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6</a:t>
            </a:fld>
            <a:endParaRPr kumimoji="1" lang="ja-JP" altLang="en-US"/>
          </a:p>
        </p:txBody>
      </p:sp>
    </p:spTree>
    <p:extLst>
      <p:ext uri="{BB962C8B-B14F-4D97-AF65-F5344CB8AC3E}">
        <p14:creationId xmlns:p14="http://schemas.microsoft.com/office/powerpoint/2010/main" val="28689196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続いて、このプリエンプティブ方式がシステム全体のタスク完了時間に与える影響を検証しました。今回の評価基準はタスクがいかに早く終わるかというところに注目して、ターンアラウンドタイム（</a:t>
            </a:r>
            <a:r>
              <a:rPr kumimoji="1" lang="en-US" altLang="ja-JP"/>
              <a:t>TAT</a:t>
            </a:r>
            <a:r>
              <a:rPr kumimoji="1" lang="ja-JP" altLang="en-US"/>
              <a:t>）を用いています。学内環境をモデル化し、各ユーザーがポアソン分布で発生するタスクを動的に</a:t>
            </a:r>
            <a:r>
              <a:rPr kumimoji="1" lang="en-US" altLang="ja-JP"/>
              <a:t>GPU</a:t>
            </a:r>
            <a:r>
              <a:rPr kumimoji="1" lang="ja-JP" altLang="en-US"/>
              <a:t>を選択して処理するイベントシミュレーションをおこなって</a:t>
            </a:r>
            <a:endParaRPr kumimoji="1" lang="en-US" altLang="ja-JP"/>
          </a:p>
          <a:p>
            <a:r>
              <a:rPr kumimoji="1" lang="ja-JP" altLang="en-US"/>
              <a:t>４つの運用ルールで</a:t>
            </a:r>
            <a:r>
              <a:rPr kumimoji="1" lang="en-US" altLang="ja-JP"/>
              <a:t>TAT</a:t>
            </a:r>
            <a:r>
              <a:rPr kumimoji="1" lang="ja-JP" altLang="en-US"/>
              <a:t>を比較しました。</a:t>
            </a:r>
            <a:endParaRPr kumimoji="1" lang="en-US" altLang="ja-JP"/>
          </a:p>
          <a:p>
            <a:pPr marL="0" indent="0">
              <a:buFont typeface="Arial" panose="020B0604020202020204" pitchFamily="34" charset="0"/>
              <a:buNone/>
            </a:pPr>
            <a:r>
              <a:rPr lang="ja-JP" altLang="en-US" sz="1200" b="1"/>
              <a:t>一つ目が</a:t>
            </a:r>
            <a:r>
              <a:rPr lang="en-US" altLang="ja-JP" sz="1200" b="1"/>
              <a:t>ACP</a:t>
            </a:r>
            <a:r>
              <a:rPr lang="ja-JP" altLang="en-US" sz="1200" b="1"/>
              <a:t>を導入しない共有なしです。これは</a:t>
            </a:r>
            <a:r>
              <a:rPr lang="ja-JP" altLang="en-US" sz="1200"/>
              <a:t>各ユーザーが自分の</a:t>
            </a:r>
            <a:r>
              <a:rPr lang="en-US" altLang="ja-JP" sz="1200"/>
              <a:t>GPU</a:t>
            </a:r>
            <a:r>
              <a:rPr lang="ja-JP" altLang="en-US" sz="1200"/>
              <a:t>のみでタスクを処理します。</a:t>
            </a:r>
            <a:endParaRPr lang="en-US" altLang="ja-JP" sz="1200"/>
          </a:p>
          <a:p>
            <a:pPr marL="0" indent="0">
              <a:buFont typeface="Arial" panose="020B0604020202020204" pitchFamily="34" charset="0"/>
              <a:buNone/>
            </a:pPr>
            <a:r>
              <a:rPr lang="ja-JP" altLang="en-US" sz="1200" b="1"/>
              <a:t>次に</a:t>
            </a:r>
            <a:r>
              <a:rPr lang="en-US" altLang="ja-JP" sz="1200" b="1"/>
              <a:t>FCFS</a:t>
            </a:r>
            <a:r>
              <a:rPr lang="ja-JP" altLang="en-US" sz="1200" b="1"/>
              <a:t>（先着順</a:t>
            </a:r>
            <a:r>
              <a:rPr lang="ja-JP" altLang="en-US" sz="1200"/>
              <a:t>）</a:t>
            </a:r>
            <a:r>
              <a:rPr lang="ja-JP" altLang="en-US" sz="1200" b="1"/>
              <a:t>方式で、</a:t>
            </a:r>
            <a:r>
              <a:rPr lang="ja-JP" altLang="en-US" sz="1200"/>
              <a:t>全員が</a:t>
            </a:r>
            <a:r>
              <a:rPr lang="en-US" altLang="ja-JP" sz="1200"/>
              <a:t>ACP</a:t>
            </a:r>
            <a:r>
              <a:rPr lang="ja-JP" altLang="en-US" sz="1200"/>
              <a:t>上の全</a:t>
            </a:r>
            <a:r>
              <a:rPr lang="en-US" altLang="ja-JP" sz="1200"/>
              <a:t>GPU</a:t>
            </a:r>
            <a:r>
              <a:rPr lang="ja-JP" altLang="en-US" sz="1200"/>
              <a:t>を平等に早い者勝ちで利用します。</a:t>
            </a:r>
            <a:endParaRPr lang="en-US" altLang="ja-JP" sz="1200"/>
          </a:p>
          <a:p>
            <a:pPr marL="0" indent="0">
              <a:buFont typeface="Arial" panose="020B0604020202020204" pitchFamily="34" charset="0"/>
              <a:buNone/>
            </a:pPr>
            <a:r>
              <a:rPr lang="ja-JP" altLang="en-US" sz="1200" b="1"/>
              <a:t>３つめが所有者優先方式 で</a:t>
            </a:r>
            <a:r>
              <a:rPr lang="ja-JP" altLang="en-US" sz="1200"/>
              <a:t>自分の</a:t>
            </a:r>
            <a:r>
              <a:rPr lang="en-US" altLang="ja-JP" sz="1200"/>
              <a:t>GPU</a:t>
            </a:r>
            <a:r>
              <a:rPr lang="ja-JP" altLang="en-US" sz="1200"/>
              <a:t>を使う場合は、すぐに使えますが、タスクが実行中の場合は、待機しないといけません。</a:t>
            </a:r>
          </a:p>
          <a:p>
            <a:pPr marL="0" indent="0">
              <a:buFont typeface="Arial" panose="020B0604020202020204" pitchFamily="34" charset="0"/>
              <a:buNone/>
            </a:pPr>
            <a:r>
              <a:rPr lang="ja-JP" altLang="en-US" sz="1200" b="1"/>
              <a:t>最後にプリエンプティブ方式です。</a:t>
            </a:r>
            <a:r>
              <a:rPr lang="ja-JP" altLang="en-US" sz="1200"/>
              <a:t>自分の</a:t>
            </a:r>
            <a:r>
              <a:rPr lang="en-US" altLang="ja-JP" sz="1200"/>
              <a:t>GPU </a:t>
            </a:r>
            <a:r>
              <a:rPr lang="ja-JP" altLang="en-US" sz="1200"/>
              <a:t>を使う場合は、タスクが実行中であってもプリエンプションし、即座に自分のタスクを実行することができます。</a:t>
            </a:r>
            <a:endParaRPr lang="en-US" altLang="ja-JP" sz="1200"/>
          </a:p>
          <a:p>
            <a:pPr marL="0" indent="0">
              <a:buFont typeface="Arial" panose="020B0604020202020204" pitchFamily="34" charset="0"/>
              <a:buNone/>
            </a:pPr>
            <a:endParaRPr lang="en-US" altLang="ja-JP" sz="1200"/>
          </a:p>
          <a:p>
            <a:endParaRPr kumimoji="1" lang="en-US" altLang="ja-JP"/>
          </a:p>
          <a:p>
            <a:endParaRPr kumimoji="1" lang="ja-JP" altLang="en-US"/>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7</a:t>
            </a:fld>
            <a:endParaRPr kumimoji="1" lang="ja-JP" altLang="en-US"/>
          </a:p>
        </p:txBody>
      </p:sp>
    </p:spTree>
    <p:extLst>
      <p:ext uri="{BB962C8B-B14F-4D97-AF65-F5344CB8AC3E}">
        <p14:creationId xmlns:p14="http://schemas.microsoft.com/office/powerpoint/2010/main" val="493300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シミュレーションにおける変数設定についてです。ユーザー数は１８人で簡単に各ユーザー１台の</a:t>
            </a:r>
            <a:r>
              <a:rPr kumimoji="1" lang="en-US" altLang="ja-JP"/>
              <a:t>GPU</a:t>
            </a:r>
            <a:r>
              <a:rPr kumimoji="1" lang="ja-JP" altLang="en-US"/>
              <a:t>を所有しています。</a:t>
            </a:r>
            <a:r>
              <a:rPr kumimoji="1" lang="en-US" altLang="ja-JP"/>
              <a:t>GPU</a:t>
            </a:r>
            <a:r>
              <a:rPr kumimoji="1" lang="ja-JP" altLang="en-US"/>
              <a:t>の性能は右の表のように実際の９種類の</a:t>
            </a:r>
            <a:r>
              <a:rPr kumimoji="1" lang="en-US" altLang="ja-JP"/>
              <a:t>GPU</a:t>
            </a:r>
            <a:r>
              <a:rPr kumimoji="1" lang="ja-JP" altLang="en-US"/>
              <a:t>性能を想定しベンチマークに基づいて性能を定義しています。９種類の</a:t>
            </a:r>
            <a:r>
              <a:rPr kumimoji="1" lang="en-US" altLang="ja-JP"/>
              <a:t>GPU</a:t>
            </a:r>
            <a:r>
              <a:rPr kumimoji="1" lang="ja-JP" altLang="en-US"/>
              <a:t>それぞれを２人が所持していて、計１８ユーザーです</a:t>
            </a:r>
            <a:endParaRPr kumimoji="1" lang="en-US" altLang="ja-JP"/>
          </a:p>
          <a:p>
            <a:pPr marL="0" indent="0">
              <a:buNone/>
            </a:pPr>
            <a:r>
              <a:rPr kumimoji="1" lang="ja-JP" altLang="en-US"/>
              <a:t>タスクの到着率は</a:t>
            </a:r>
            <a:r>
              <a:rPr kumimoji="1" lang="en-US" altLang="ja-JP"/>
              <a:t>0.005</a:t>
            </a:r>
            <a:r>
              <a:rPr lang="en-US" altLang="ja-JP" sz="1200"/>
              <a:t>[</a:t>
            </a:r>
            <a:r>
              <a:rPr lang="en-US" altLang="ja-JP" sz="1200" err="1"/>
              <a:t>taks</a:t>
            </a:r>
            <a:r>
              <a:rPr lang="en-US" altLang="ja-JP" sz="1200"/>
              <a:t>/s]</a:t>
            </a:r>
            <a:r>
              <a:rPr lang="ja-JP" altLang="en-US" sz="1200"/>
              <a:t>でこれは平均２００秒に１回タスクが発生します</a:t>
            </a:r>
            <a:r>
              <a:rPr kumimoji="1" lang="ja-JP" altLang="en-US" sz="1200"/>
              <a:t>。タスクサイズは全ユーザー同じで、</a:t>
            </a:r>
            <a:r>
              <a:rPr lang="en-US" altLang="ja-JP" sz="1200"/>
              <a:t>YOLOv7</a:t>
            </a:r>
            <a:r>
              <a:rPr lang="ja-JP" altLang="en-US" sz="1200"/>
              <a:t>の学習タスクを想定しています。</a:t>
            </a:r>
            <a:endParaRPr lang="en-US" altLang="ja-JP" sz="1200"/>
          </a:p>
          <a:p>
            <a:pPr marL="0" indent="0">
              <a:buNone/>
            </a:pPr>
            <a:r>
              <a:rPr lang="ja-JP" altLang="en-US" sz="1200"/>
              <a:t>画像１枚当たり平均</a:t>
            </a:r>
            <a:r>
              <a:rPr lang="en-US" altLang="ja-JP" sz="1200" b="1"/>
              <a:t>0.360TFLOPs</a:t>
            </a:r>
            <a:r>
              <a:rPr lang="ja-JP" altLang="en-US" sz="1200" b="1"/>
              <a:t>で</a:t>
            </a:r>
            <a:r>
              <a:rPr lang="ja-JP" altLang="en-US" sz="1200"/>
              <a:t>エポック数 は</a:t>
            </a:r>
            <a:r>
              <a:rPr lang="en-US" altLang="ja-JP" sz="1200" b="1"/>
              <a:t>10[</a:t>
            </a:r>
            <a:r>
              <a:rPr lang="ja-JP" altLang="en-US" sz="1200" b="1"/>
              <a:t>回</a:t>
            </a:r>
            <a:r>
              <a:rPr lang="en-US" altLang="ja-JP" sz="1200" b="1"/>
              <a:t>]</a:t>
            </a:r>
            <a:r>
              <a:rPr lang="ja-JP" altLang="en-US" sz="1200" b="1"/>
              <a:t>です。</a:t>
            </a:r>
            <a:endParaRPr kumimoji="1" lang="en-US" altLang="ja-JP"/>
          </a:p>
          <a:p>
            <a:r>
              <a:rPr kumimoji="1" lang="ja-JP" altLang="en-US"/>
              <a:t>今回のシミュレーションでは総タスク量</a:t>
            </a:r>
            <a:r>
              <a:rPr kumimoji="1" lang="en-US" altLang="ja-JP"/>
              <a:t>÷</a:t>
            </a:r>
            <a:r>
              <a:rPr kumimoji="1" lang="ja-JP" altLang="en-US"/>
              <a:t>全</a:t>
            </a:r>
            <a:r>
              <a:rPr kumimoji="1" lang="en-US" altLang="ja-JP"/>
              <a:t>GPU</a:t>
            </a:r>
            <a:r>
              <a:rPr kumimoji="1" lang="ja-JP" altLang="en-US"/>
              <a:t>の可能処理タスク量で負荷率をパラメータと設定して、バッチサイズを調整することで負荷率を変化させています。</a:t>
            </a:r>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8</a:t>
            </a:fld>
            <a:endParaRPr kumimoji="1" lang="ja-JP" altLang="en-US"/>
          </a:p>
        </p:txBody>
      </p:sp>
    </p:spTree>
    <p:extLst>
      <p:ext uri="{BB962C8B-B14F-4D97-AF65-F5344CB8AC3E}">
        <p14:creationId xmlns:p14="http://schemas.microsoft.com/office/powerpoint/2010/main" val="1640019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こちらのグラフが全ユーザーの平均</a:t>
            </a:r>
            <a:r>
              <a:rPr kumimoji="1" lang="en-US" altLang="ja-JP"/>
              <a:t>TAT</a:t>
            </a:r>
            <a:r>
              <a:rPr kumimoji="1" lang="ja-JP" altLang="en-US"/>
              <a:t>です。縦軸が平均</a:t>
            </a:r>
            <a:r>
              <a:rPr kumimoji="1" lang="en-US" altLang="ja-JP"/>
              <a:t>TAT</a:t>
            </a:r>
            <a:r>
              <a:rPr kumimoji="1" lang="ja-JP" altLang="en-US"/>
              <a:t>の値で</a:t>
            </a:r>
            <a:r>
              <a:rPr kumimoji="1" lang="en-US" altLang="ja-JP"/>
              <a:t>log10</a:t>
            </a:r>
            <a:r>
              <a:rPr kumimoji="1" lang="ja-JP" altLang="en-US"/>
              <a:t>で表記し、横軸はシステム負荷率としています</a:t>
            </a:r>
            <a:endParaRPr kumimoji="1" lang="en-US" altLang="ja-JP"/>
          </a:p>
          <a:p>
            <a:r>
              <a:rPr kumimoji="1" lang="ja-JP" altLang="en-US"/>
              <a:t>まず注目するのは共有なしのシナリオと３つの共有シナリオの</a:t>
            </a:r>
            <a:r>
              <a:rPr kumimoji="1" lang="en-US" altLang="ja-JP"/>
              <a:t>TAT</a:t>
            </a:r>
            <a:r>
              <a:rPr kumimoji="1" lang="ja-JP" altLang="en-US"/>
              <a:t>の差です。どの負荷率においても、</a:t>
            </a:r>
            <a:r>
              <a:rPr kumimoji="1" lang="en-US" altLang="ja-JP"/>
              <a:t>ACP</a:t>
            </a:r>
            <a:r>
              <a:rPr kumimoji="1" lang="ja-JP" altLang="en-US"/>
              <a:t>を導入することで平均</a:t>
            </a:r>
            <a:r>
              <a:rPr kumimoji="1" lang="en-US" altLang="ja-JP"/>
              <a:t>TAT</a:t>
            </a:r>
            <a:r>
              <a:rPr kumimoji="1" lang="ja-JP" altLang="en-US"/>
              <a:t>が大きく短縮することができることがわかりました。</a:t>
            </a:r>
            <a:endParaRPr kumimoji="1" lang="en-US" altLang="ja-JP"/>
          </a:p>
          <a:p>
            <a:r>
              <a:rPr kumimoji="1" lang="ja-JP" altLang="en-US"/>
              <a:t>また、各共有シナリオにおいて、負荷率０．８まではプリエンプティブ方式の</a:t>
            </a:r>
            <a:r>
              <a:rPr kumimoji="1" lang="en-US" altLang="ja-JP"/>
              <a:t>TAT</a:t>
            </a:r>
            <a:r>
              <a:rPr kumimoji="1" lang="ja-JP" altLang="en-US"/>
              <a:t>が最小になっています。しかし、０．８以降では</a:t>
            </a:r>
            <a:r>
              <a:rPr kumimoji="1" lang="en-US" altLang="ja-JP"/>
              <a:t>TAT</a:t>
            </a:r>
            <a:r>
              <a:rPr kumimoji="1" lang="ja-JP" altLang="en-US"/>
              <a:t>が急に伸びていて逆転現象が生じていることがわかります。</a:t>
            </a:r>
            <a:endParaRPr kumimoji="1" lang="en-US" altLang="ja-JP"/>
          </a:p>
          <a:p>
            <a:r>
              <a:rPr kumimoji="1" lang="ja-JP" altLang="en-US"/>
              <a:t>これは、負荷率が大きくなると、高性能な</a:t>
            </a:r>
            <a:r>
              <a:rPr kumimoji="1" lang="en-US" altLang="ja-JP"/>
              <a:t>GPU</a:t>
            </a:r>
            <a:r>
              <a:rPr kumimoji="1" lang="ja-JP" altLang="en-US"/>
              <a:t>所有者がほかのユーザーのタスクのプリエンプションが増加して、低性能ユーザーの平均</a:t>
            </a:r>
            <a:r>
              <a:rPr kumimoji="1" lang="en-US" altLang="ja-JP"/>
              <a:t>TAT</a:t>
            </a:r>
            <a:r>
              <a:rPr kumimoji="1" lang="ja-JP" altLang="en-US"/>
              <a:t>が大きく伸びてしまうことが原因となっています</a:t>
            </a:r>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9</a:t>
            </a:fld>
            <a:endParaRPr kumimoji="1" lang="ja-JP" altLang="en-US"/>
          </a:p>
        </p:txBody>
      </p:sp>
    </p:spTree>
    <p:extLst>
      <p:ext uri="{BB962C8B-B14F-4D97-AF65-F5344CB8AC3E}">
        <p14:creationId xmlns:p14="http://schemas.microsoft.com/office/powerpoint/2010/main" val="3596101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しかし高性能な</a:t>
            </a:r>
            <a:r>
              <a:rPr kumimoji="1" lang="en-US" altLang="ja-JP"/>
              <a:t>GPU</a:t>
            </a:r>
            <a:r>
              <a:rPr kumimoji="1" lang="ja-JP" altLang="en-US"/>
              <a:t>所有者だけの平均</a:t>
            </a:r>
            <a:r>
              <a:rPr kumimoji="1" lang="en-US" altLang="ja-JP"/>
              <a:t>TAT</a:t>
            </a:r>
            <a:r>
              <a:rPr kumimoji="1" lang="ja-JP" altLang="en-US"/>
              <a:t>を現したグラフに注目します。ここでの高性能ユーザーのとは、この</a:t>
            </a:r>
            <a:r>
              <a:rPr kumimoji="1" lang="en-US" altLang="ja-JP"/>
              <a:t>GPU</a:t>
            </a:r>
            <a:r>
              <a:rPr kumimoji="1" lang="ja-JP" altLang="en-US"/>
              <a:t>の上位３つの性能をもつ</a:t>
            </a:r>
            <a:r>
              <a:rPr kumimoji="1" lang="en-US" altLang="ja-JP"/>
              <a:t>GPU</a:t>
            </a:r>
            <a:r>
              <a:rPr kumimoji="1" lang="ja-JP" altLang="en-US"/>
              <a:t>所有者と定義しています。先ほどの全体平均</a:t>
            </a:r>
            <a:r>
              <a:rPr kumimoji="1" lang="en-US" altLang="ja-JP"/>
              <a:t>TAT</a:t>
            </a:r>
            <a:r>
              <a:rPr kumimoji="1" lang="ja-JP" altLang="en-US"/>
              <a:t>のグラフと異なり、どの負荷率においても</a:t>
            </a:r>
            <a:r>
              <a:rPr kumimoji="1" lang="en-US" altLang="ja-JP"/>
              <a:t>FCFS</a:t>
            </a:r>
            <a:r>
              <a:rPr kumimoji="1" lang="ja-JP" altLang="en-US"/>
              <a:t>と所有者優先の運用ルールでは、共有なしの</a:t>
            </a:r>
            <a:r>
              <a:rPr kumimoji="1" lang="en-US" altLang="ja-JP"/>
              <a:t>TAT</a:t>
            </a:r>
            <a:r>
              <a:rPr kumimoji="1" lang="ja-JP" altLang="en-US"/>
              <a:t>より大きくなってしまいます。しかし、プリエンプティブ方式では共有なしとほぼ同水準となっています。このことから、高性能ユーザーにとっては、システムに参加することでプリエンプティブ方式以外の運用ルールではタスク完了時間が遅くなってしまい、参加インセンティブが損なわれることがわかりました。</a:t>
            </a:r>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10</a:t>
            </a:fld>
            <a:endParaRPr kumimoji="1" lang="ja-JP" altLang="en-US"/>
          </a:p>
        </p:txBody>
      </p:sp>
    </p:spTree>
    <p:extLst>
      <p:ext uri="{BB962C8B-B14F-4D97-AF65-F5344CB8AC3E}">
        <p14:creationId xmlns:p14="http://schemas.microsoft.com/office/powerpoint/2010/main" val="40157725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次に、先ほどまでは全員参加の条件で性能評価を行っていたんですが、各ユーザーが</a:t>
            </a:r>
            <a:r>
              <a:rPr kumimoji="1" lang="en-US" altLang="ja-JP"/>
              <a:t>TAT</a:t>
            </a:r>
            <a:r>
              <a:rPr kumimoji="1" lang="ja-JP" altLang="en-US"/>
              <a:t>に基づいて</a:t>
            </a:r>
            <a:r>
              <a:rPr kumimoji="1" lang="en-US" altLang="ja-JP"/>
              <a:t>ACP</a:t>
            </a:r>
            <a:r>
              <a:rPr kumimoji="1" lang="ja-JP" altLang="en-US"/>
              <a:t>に資源を提供するかしない</a:t>
            </a:r>
            <a:endParaRPr kumimoji="1" lang="en-US" altLang="ja-JP"/>
          </a:p>
          <a:p>
            <a:r>
              <a:rPr kumimoji="1" lang="ja-JP" altLang="en-US"/>
              <a:t>かを選択できるようなゲーム理論的シミュレーションを行って各運用ルールの持続性を評価しました。</a:t>
            </a:r>
            <a:endParaRPr lang="en-US" altLang="ja-JP" sz="1200">
              <a:latin typeface="+mn-lt"/>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mn-lt"/>
                <a:ea typeface="メイリオ" panose="020B0604030504040204" pitchFamily="50" charset="-128"/>
              </a:rPr>
              <a:t>２４時間のイベントシミュレーションを何度も行って、毎ループごとに</a:t>
            </a:r>
            <a:r>
              <a:rPr lang="en-US" altLang="ja-JP" sz="1200">
                <a:latin typeface="+mn-lt"/>
                <a:ea typeface="メイリオ" panose="020B0604030504040204" pitchFamily="50" charset="-128"/>
              </a:rPr>
              <a:t>TAT</a:t>
            </a:r>
            <a:r>
              <a:rPr lang="ja-JP" altLang="en-US" sz="1200">
                <a:latin typeface="+mn-lt"/>
                <a:ea typeface="メイリオ" panose="020B0604030504040204" pitchFamily="50" charset="-128"/>
              </a:rPr>
              <a:t>の速さだけを効用式として、参加・不参加を判断します。一こ前のループで参加していたユーザーはその時の実測</a:t>
            </a:r>
            <a:r>
              <a:rPr lang="en-US" altLang="ja-JP" sz="1200">
                <a:latin typeface="+mn-lt"/>
                <a:ea typeface="メイリオ" panose="020B0604030504040204" pitchFamily="50" charset="-128"/>
              </a:rPr>
              <a:t>TAT</a:t>
            </a:r>
            <a:r>
              <a:rPr lang="ja-JP" altLang="en-US" sz="1200">
                <a:latin typeface="+mn-lt"/>
                <a:ea typeface="メイリオ" panose="020B0604030504040204" pitchFamily="50" charset="-128"/>
              </a:rPr>
              <a:t>と単独</a:t>
            </a:r>
            <a:r>
              <a:rPr lang="en-US" altLang="ja-JP" sz="1200">
                <a:latin typeface="+mn-lt"/>
                <a:ea typeface="メイリオ" panose="020B0604030504040204" pitchFamily="50" charset="-128"/>
              </a:rPr>
              <a:t>GPU</a:t>
            </a:r>
            <a:r>
              <a:rPr lang="ja-JP" altLang="en-US" sz="1200">
                <a:latin typeface="+mn-lt"/>
                <a:ea typeface="メイリオ" panose="020B0604030504040204" pitchFamily="50" charset="-128"/>
              </a:rPr>
              <a:t>利用の</a:t>
            </a:r>
            <a:r>
              <a:rPr lang="en-US" altLang="ja-JP" sz="1200">
                <a:latin typeface="+mn-lt"/>
                <a:ea typeface="メイリオ" panose="020B0604030504040204" pitchFamily="50" charset="-128"/>
              </a:rPr>
              <a:t>TAT</a:t>
            </a:r>
            <a:r>
              <a:rPr lang="ja-JP" altLang="en-US" sz="1200">
                <a:latin typeface="+mn-lt"/>
                <a:ea typeface="メイリオ" panose="020B0604030504040204" pitchFamily="50" charset="-128"/>
              </a:rPr>
              <a:t>を比較</a:t>
            </a:r>
            <a:endParaRPr lang="en-US" altLang="ja-JP" sz="1200">
              <a:latin typeface="+mn-lt"/>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mn-lt"/>
                <a:ea typeface="メイリオ" panose="020B0604030504040204" pitchFamily="50" charset="-128"/>
              </a:rPr>
              <a:t>し、不参加ユーザーは一戸前のループの参加者に自分を追加した場合の</a:t>
            </a:r>
            <a:r>
              <a:rPr lang="en-US" altLang="ja-JP" sz="1200">
                <a:latin typeface="+mn-lt"/>
                <a:ea typeface="メイリオ" panose="020B0604030504040204" pitchFamily="50" charset="-128"/>
              </a:rPr>
              <a:t>TAT</a:t>
            </a:r>
            <a:r>
              <a:rPr lang="ja-JP" altLang="en-US" sz="1200">
                <a:latin typeface="+mn-lt"/>
                <a:ea typeface="メイリオ" panose="020B0604030504040204" pitchFamily="50" charset="-128"/>
              </a:rPr>
              <a:t>を予測して、比較します。評価指標は各ユーザーの参加者数推移とループを１０回行った最終参加者数です。</a:t>
            </a:r>
          </a:p>
          <a:p>
            <a:endParaRPr kumimoji="1" lang="ja-JP" altLang="en-US"/>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11</a:t>
            </a:fld>
            <a:endParaRPr kumimoji="1" lang="ja-JP" altLang="en-US"/>
          </a:p>
        </p:txBody>
      </p:sp>
    </p:spTree>
    <p:extLst>
      <p:ext uri="{BB962C8B-B14F-4D97-AF65-F5344CB8AC3E}">
        <p14:creationId xmlns:p14="http://schemas.microsoft.com/office/powerpoint/2010/main" val="13647407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ちらは負荷率０．７に固定してシミュレーションを行いました。縦軸が参加者数で、横軸がループ番号です。青、オレンジ、赤が順番に低性能ユーザー、中性能ユーザー、高性能ユーザーのグラフを現しています。まず上のグラフである</a:t>
            </a:r>
            <a:r>
              <a:rPr kumimoji="1" lang="en-US" altLang="ja-JP"/>
              <a:t>FCFS</a:t>
            </a:r>
            <a:r>
              <a:rPr kumimoji="1" lang="ja-JP" altLang="en-US"/>
              <a:t>方式についてです。こちらは、すぐに高性能層が抜けてしまうっことで中性能も続いてシステムから離脱し、最終的にはシステムに１人しか残っていないことがわかります。次に左の図である所有者優先方式です。こちらは</a:t>
            </a:r>
            <a:r>
              <a:rPr kumimoji="1" lang="en-US" altLang="ja-JP"/>
              <a:t>FCFS</a:t>
            </a:r>
            <a:r>
              <a:rPr kumimoji="1" lang="ja-JP" altLang="en-US"/>
              <a:t>方式と同様に高性能層は早々にシステムから離脱しています。ただ、中性能層が数人離脱していないので低性能ユーザーは全員残りました。そして最後に右図のプリエンプティブ方式では、高性能層が</a:t>
            </a:r>
            <a:r>
              <a:rPr kumimoji="1" lang="en-US" altLang="ja-JP"/>
              <a:t>TAT</a:t>
            </a:r>
            <a:r>
              <a:rPr kumimoji="1" lang="ja-JP" altLang="en-US"/>
              <a:t>をシステム参加により遅延されることがないので離脱することがなく、他のユーザーが高性能</a:t>
            </a:r>
            <a:r>
              <a:rPr kumimoji="1" lang="en-US" altLang="ja-JP"/>
              <a:t>GPU</a:t>
            </a:r>
            <a:r>
              <a:rPr kumimoji="1" lang="ja-JP" altLang="en-US"/>
              <a:t>を利用できることで、早々に全員参加で収束するという結果になりました。</a:t>
            </a:r>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12</a:t>
            </a:fld>
            <a:endParaRPr kumimoji="1" lang="ja-JP" altLang="en-US"/>
          </a:p>
        </p:txBody>
      </p:sp>
    </p:spTree>
    <p:extLst>
      <p:ext uri="{BB962C8B-B14F-4D97-AF65-F5344CB8AC3E}">
        <p14:creationId xmlns:p14="http://schemas.microsoft.com/office/powerpoint/2010/main" val="12450973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13</a:t>
            </a:fld>
            <a:endParaRPr kumimoji="1" lang="ja-JP" altLang="en-US"/>
          </a:p>
        </p:txBody>
      </p:sp>
    </p:spTree>
    <p:extLst>
      <p:ext uri="{BB962C8B-B14F-4D97-AF65-F5344CB8AC3E}">
        <p14:creationId xmlns:p14="http://schemas.microsoft.com/office/powerpoint/2010/main" val="26237657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nSpc>
                <a:spcPct val="150000"/>
              </a:lnSpc>
            </a:pPr>
            <a:r>
              <a:rPr lang="en-US" altLang="ja-JP"/>
              <a:t>ACP</a:t>
            </a:r>
            <a:r>
              <a:rPr lang="ja-JP" altLang="en-US"/>
              <a:t>を導入することで、全体のターンアラウンドタイムは</a:t>
            </a:r>
            <a:r>
              <a:rPr lang="ja-JP" altLang="en-US" b="1"/>
              <a:t>大幅に減少することがわかりました。</a:t>
            </a:r>
            <a:endParaRPr lang="en-US" altLang="ja-JP" b="1"/>
          </a:p>
          <a:p>
            <a:pPr>
              <a:lnSpc>
                <a:spcPct val="150000"/>
              </a:lnSpc>
            </a:pPr>
            <a:r>
              <a:rPr lang="ja-JP" altLang="en-US"/>
              <a:t>また、高性能ユーザは、プリエンプティブ方式によって自分の</a:t>
            </a:r>
            <a:r>
              <a:rPr lang="en-US" altLang="ja-JP"/>
              <a:t>GPU</a:t>
            </a:r>
            <a:r>
              <a:rPr lang="ja-JP" altLang="en-US"/>
              <a:t>の優先権を保ちつつ、他の</a:t>
            </a:r>
            <a:r>
              <a:rPr lang="en-US" altLang="ja-JP"/>
              <a:t>GPU</a:t>
            </a:r>
            <a:r>
              <a:rPr lang="ja-JP" altLang="en-US"/>
              <a:t>も利用することで</a:t>
            </a:r>
            <a:r>
              <a:rPr lang="en-US" altLang="ja-JP"/>
              <a:t>TAT</a:t>
            </a:r>
            <a:r>
              <a:rPr lang="ja-JP" altLang="en-US"/>
              <a:t>が減少でき、</a:t>
            </a:r>
            <a:endParaRPr lang="en-US" altLang="ja-JP"/>
          </a:p>
          <a:p>
            <a:pPr>
              <a:lnSpc>
                <a:spcPct val="150000"/>
              </a:lnSpc>
            </a:pPr>
            <a:r>
              <a:rPr lang="ja-JP" altLang="en-US" b="1"/>
              <a:t>この技術的なアプローチだけで</a:t>
            </a:r>
            <a:r>
              <a:rPr lang="ja-JP" altLang="en-US"/>
              <a:t>，タスクの処理効率が上がり、ユーザの参加インセンティブにつながりました。</a:t>
            </a:r>
            <a:r>
              <a:rPr lang="ja-JP" altLang="en-US" sz="1200" b="1">
                <a:solidFill>
                  <a:schemeClr val="accent3">
                    <a:lumMod val="75000"/>
                  </a:schemeClr>
                </a:solidFill>
              </a:rPr>
              <a:t>今後の展望としては、</a:t>
            </a:r>
            <a:endParaRPr lang="en-US" altLang="ja-JP" sz="1800" b="1">
              <a:solidFill>
                <a:schemeClr val="accent3">
                  <a:lumMod val="75000"/>
                </a:schemeClr>
              </a:solidFill>
            </a:endParaRPr>
          </a:p>
          <a:p>
            <a:pPr>
              <a:lnSpc>
                <a:spcPct val="150000"/>
              </a:lnSpc>
            </a:pPr>
            <a:r>
              <a:rPr lang="ja-JP" altLang="en-US"/>
              <a:t>タスクの与え方や複数台</a:t>
            </a:r>
            <a:r>
              <a:rPr lang="en-US" altLang="ja-JP"/>
              <a:t>GPU</a:t>
            </a:r>
            <a:r>
              <a:rPr lang="ja-JP" altLang="en-US"/>
              <a:t>などのより研究室の環境を再現してより</a:t>
            </a:r>
            <a:r>
              <a:rPr lang="ja-JP" altLang="en-US" b="1"/>
              <a:t>現実的なモデルの構築を行います。</a:t>
            </a:r>
            <a:endParaRPr lang="en-US" altLang="ja-JP" b="1"/>
          </a:p>
          <a:p>
            <a:pPr>
              <a:lnSpc>
                <a:spcPct val="150000"/>
              </a:lnSpc>
            </a:pPr>
            <a:r>
              <a:rPr lang="ja-JP" altLang="en-US"/>
              <a:t>また、タスク集中による電力コストやフリーライダー問題を考慮に入れ、ポイント制などの</a:t>
            </a:r>
            <a:r>
              <a:rPr lang="ja-JP" altLang="en-US" b="1"/>
              <a:t>経済的なインセンティブの導入も考えていきます。</a:t>
            </a:r>
            <a:endParaRPr lang="en-US" altLang="ja-JP" b="1"/>
          </a:p>
          <a:p>
            <a:endParaRPr kumimoji="1" lang="en-US" altLang="ja-JP"/>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14</a:t>
            </a:fld>
            <a:endParaRPr kumimoji="1" lang="ja-JP" altLang="en-US"/>
          </a:p>
        </p:txBody>
      </p:sp>
    </p:spTree>
    <p:extLst>
      <p:ext uri="{BB962C8B-B14F-4D97-AF65-F5344CB8AC3E}">
        <p14:creationId xmlns:p14="http://schemas.microsoft.com/office/powerpoint/2010/main" val="42058381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FB0924-4C56-098C-13CF-DDA972DCC438}"/>
              </a:ext>
            </a:extLst>
          </p:cNvPr>
          <p:cNvSpPr>
            <a:spLocks noGrp="1"/>
          </p:cNvSpPr>
          <p:nvPr>
            <p:ph type="ctrTitle" hasCustomPrompt="1"/>
          </p:nvPr>
        </p:nvSpPr>
        <p:spPr>
          <a:xfrm>
            <a:off x="1524000" y="1854199"/>
            <a:ext cx="9144000" cy="1655763"/>
          </a:xfrm>
        </p:spPr>
        <p:txBody>
          <a:bodyPr anchor="t" anchorCtr="0"/>
          <a:lstStyle>
            <a:lvl1pPr algn="l">
              <a:defRPr sz="6000">
                <a:solidFill>
                  <a:schemeClr val="bg1"/>
                </a:solidFill>
              </a:defRPr>
            </a:lvl1pPr>
          </a:lstStyle>
          <a:p>
            <a:r>
              <a:rPr kumimoji="1" lang="ja-JP" altLang="en-US"/>
              <a:t>発表題目</a:t>
            </a:r>
          </a:p>
        </p:txBody>
      </p:sp>
      <p:sp>
        <p:nvSpPr>
          <p:cNvPr id="3" name="字幕 2">
            <a:extLst>
              <a:ext uri="{FF2B5EF4-FFF2-40B4-BE49-F238E27FC236}">
                <a16:creationId xmlns:a16="http://schemas.microsoft.com/office/drawing/2014/main" id="{854480EE-6EF3-7E65-7A05-0EE0C2137600}"/>
              </a:ext>
            </a:extLst>
          </p:cNvPr>
          <p:cNvSpPr>
            <a:spLocks noGrp="1"/>
          </p:cNvSpPr>
          <p:nvPr>
            <p:ph type="subTitle" idx="1" hasCustomPrompt="1"/>
          </p:nvPr>
        </p:nvSpPr>
        <p:spPr>
          <a:xfrm>
            <a:off x="1524000" y="3791365"/>
            <a:ext cx="9144000" cy="517475"/>
          </a:xfrm>
        </p:spPr>
        <p:txBody>
          <a:bodyPr>
            <a:normAutofit/>
          </a:bodyPr>
          <a:lstStyle>
            <a:lvl1pPr marL="0" indent="0" algn="l">
              <a:buNone/>
              <a:defRPr sz="2800" b="1" u="sng">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発表者名　大阪大学 情報科学研究科</a:t>
            </a:r>
            <a:endParaRPr kumimoji="1" lang="en-US" altLang="ja-JP"/>
          </a:p>
          <a:p>
            <a:endParaRPr kumimoji="1" lang="en-US" altLang="ja-JP"/>
          </a:p>
        </p:txBody>
      </p:sp>
      <p:sp>
        <p:nvSpPr>
          <p:cNvPr id="4" name="日付プレースホルダー 3">
            <a:extLst>
              <a:ext uri="{FF2B5EF4-FFF2-40B4-BE49-F238E27FC236}">
                <a16:creationId xmlns:a16="http://schemas.microsoft.com/office/drawing/2014/main" id="{4F244CD9-25EC-60E4-4EC0-903F80D1408E}"/>
              </a:ext>
            </a:extLst>
          </p:cNvPr>
          <p:cNvSpPr>
            <a:spLocks noGrp="1"/>
          </p:cNvSpPr>
          <p:nvPr>
            <p:ph type="dt" sz="half" idx="10"/>
          </p:nvPr>
        </p:nvSpPr>
        <p:spPr>
          <a:xfrm>
            <a:off x="9296400" y="184903"/>
            <a:ext cx="2743200" cy="744718"/>
          </a:xfrm>
        </p:spPr>
        <p:txBody>
          <a:bodyPr/>
          <a:lstStyle>
            <a:lvl1pPr>
              <a:defRPr sz="1800">
                <a:solidFill>
                  <a:schemeClr val="bg1"/>
                </a:solidFill>
                <a:latin typeface="+mj-lt"/>
              </a:defRPr>
            </a:lvl1pPr>
          </a:lstStyle>
          <a:p>
            <a:r>
              <a:rPr lang="ja-JP" altLang="en-US"/>
              <a:t>会議名</a:t>
            </a:r>
            <a:endParaRPr lang="en-US" altLang="ja-JP"/>
          </a:p>
          <a:p>
            <a:fld id="{BA3EB691-FF5E-41A6-9C8B-4C4CF21B2DEE}" type="datetime1">
              <a:rPr lang="ja-JP" altLang="en-US" smtClean="0"/>
              <a:t>2026/2/25</a:t>
            </a:fld>
            <a:endParaRPr lang="ja-JP" altLang="en-US"/>
          </a:p>
        </p:txBody>
      </p:sp>
      <p:pic>
        <p:nvPicPr>
          <p:cNvPr id="9" name="図 8" descr="ロゴ, 会社名&#10;&#10;AI 生成コンテンツは誤りを含む可能性があります。">
            <a:extLst>
              <a:ext uri="{FF2B5EF4-FFF2-40B4-BE49-F238E27FC236}">
                <a16:creationId xmlns:a16="http://schemas.microsoft.com/office/drawing/2014/main" id="{D9256B1B-38F1-2BFB-7B53-8D49CF2779B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05101" y="5712643"/>
            <a:ext cx="3434499" cy="852278"/>
          </a:xfrm>
          <a:prstGeom prst="rect">
            <a:avLst/>
          </a:prstGeom>
        </p:spPr>
      </p:pic>
      <p:sp>
        <p:nvSpPr>
          <p:cNvPr id="6" name="テキスト プレースホルダー 5">
            <a:extLst>
              <a:ext uri="{FF2B5EF4-FFF2-40B4-BE49-F238E27FC236}">
                <a16:creationId xmlns:a16="http://schemas.microsoft.com/office/drawing/2014/main" id="{79C68F70-1603-10AC-D098-F23D2F6D0129}"/>
              </a:ext>
            </a:extLst>
          </p:cNvPr>
          <p:cNvSpPr>
            <a:spLocks noGrp="1"/>
          </p:cNvSpPr>
          <p:nvPr>
            <p:ph type="body" sz="quarter" idx="11" hasCustomPrompt="1"/>
          </p:nvPr>
        </p:nvSpPr>
        <p:spPr>
          <a:xfrm>
            <a:off x="1524000" y="4848590"/>
            <a:ext cx="7258050" cy="1095009"/>
          </a:xfrm>
        </p:spPr>
        <p:txBody>
          <a:bodyPr/>
          <a:lstStyle>
            <a:lvl1pPr marL="0" indent="0">
              <a:buNone/>
              <a:defRPr sz="1800">
                <a:solidFill>
                  <a:schemeClr val="bg1"/>
                </a:solidFill>
              </a:defRPr>
            </a:lvl1pPr>
          </a:lstStyle>
          <a:p>
            <a:pPr lvl="0"/>
            <a:r>
              <a:rPr kumimoji="1" lang="ja-JP" altLang="en-US"/>
              <a:t>共著者名　所属</a:t>
            </a:r>
            <a:endParaRPr kumimoji="1" lang="en-US" altLang="ja-JP"/>
          </a:p>
          <a:p>
            <a:pPr lvl="0"/>
            <a:r>
              <a:rPr kumimoji="1" lang="ja-JP" altLang="en-US"/>
              <a:t>共著者名　所属</a:t>
            </a:r>
            <a:endParaRPr kumimoji="1" lang="en-US" altLang="ja-JP"/>
          </a:p>
          <a:p>
            <a:pPr lvl="0"/>
            <a:r>
              <a:rPr kumimoji="1" lang="ja-JP" altLang="en-US"/>
              <a:t>共著者名　所属</a:t>
            </a:r>
          </a:p>
        </p:txBody>
      </p:sp>
      <p:sp>
        <p:nvSpPr>
          <p:cNvPr id="5" name="テキスト ボックス 4">
            <a:extLst>
              <a:ext uri="{FF2B5EF4-FFF2-40B4-BE49-F238E27FC236}">
                <a16:creationId xmlns:a16="http://schemas.microsoft.com/office/drawing/2014/main" id="{2F2C4110-5C2F-A0CF-CEEF-A040395BCB53}"/>
              </a:ext>
            </a:extLst>
          </p:cNvPr>
          <p:cNvSpPr txBox="1"/>
          <p:nvPr userDrawn="1"/>
        </p:nvSpPr>
        <p:spPr>
          <a:xfrm>
            <a:off x="9614913" y="6137114"/>
            <a:ext cx="1334604" cy="276999"/>
          </a:xfrm>
          <a:prstGeom prst="rect">
            <a:avLst/>
          </a:prstGeom>
          <a:solidFill>
            <a:schemeClr val="bg1"/>
          </a:solidFill>
        </p:spPr>
        <p:txBody>
          <a:bodyPr wrap="square" rtlCol="0">
            <a:spAutoFit/>
          </a:bodyPr>
          <a:lstStyle/>
          <a:p>
            <a:r>
              <a:rPr kumimoji="1" lang="en-US" altLang="ja-JP" sz="1200">
                <a:solidFill>
                  <a:srgbClr val="979085"/>
                </a:solidFill>
                <a:latin typeface="Edwardian Script ITC" panose="030303020407070D0804" pitchFamily="66" charset="0"/>
              </a:rPr>
              <a:t>The University of Osaka</a:t>
            </a:r>
            <a:endParaRPr kumimoji="1" lang="ja-JP" altLang="en-US" sz="1200">
              <a:solidFill>
                <a:srgbClr val="979085"/>
              </a:solidFill>
              <a:latin typeface="Edwardian Script ITC" panose="030303020407070D0804" pitchFamily="66" charset="0"/>
            </a:endParaRPr>
          </a:p>
        </p:txBody>
      </p:sp>
    </p:spTree>
    <p:extLst>
      <p:ext uri="{BB962C8B-B14F-4D97-AF65-F5344CB8AC3E}">
        <p14:creationId xmlns:p14="http://schemas.microsoft.com/office/powerpoint/2010/main" val="2775203085"/>
      </p:ext>
    </p:extLst>
  </p:cSld>
  <p:clrMapOvr>
    <a:masterClrMapping/>
  </p:clrMapOvr>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_標準">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E4981D-F3E1-A957-C0E7-47018581307B}"/>
              </a:ext>
            </a:extLst>
          </p:cNvPr>
          <p:cNvSpPr>
            <a:spLocks noGrp="1"/>
          </p:cNvSpPr>
          <p:nvPr>
            <p:ph type="title"/>
          </p:nvPr>
        </p:nvSpPr>
        <p:spPr>
          <a:xfrm>
            <a:off x="838200" y="231697"/>
            <a:ext cx="8268093" cy="457044"/>
          </a:xfrm>
        </p:spPr>
        <p:txBody>
          <a:bodyPr>
            <a:noAutofit/>
          </a:bodyPr>
          <a:lstStyle>
            <a:lvl1pPr>
              <a:defRPr sz="2800">
                <a:solidFill>
                  <a:schemeClr val="bg1"/>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FF7D598-3437-0B1C-AC16-BAD871C30B3E}"/>
              </a:ext>
            </a:extLst>
          </p:cNvPr>
          <p:cNvSpPr>
            <a:spLocks noGrp="1"/>
          </p:cNvSpPr>
          <p:nvPr>
            <p:ph idx="1"/>
          </p:nvPr>
        </p:nvSpPr>
        <p:spPr>
          <a:xfrm>
            <a:off x="838200" y="1253331"/>
            <a:ext cx="10515600" cy="5327012"/>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a:extLst>
              <a:ext uri="{FF2B5EF4-FFF2-40B4-BE49-F238E27FC236}">
                <a16:creationId xmlns:a16="http://schemas.microsoft.com/office/drawing/2014/main" id="{1978F53E-4C54-5978-324C-CDA5322A0EDC}"/>
              </a:ext>
            </a:extLst>
          </p:cNvPr>
          <p:cNvSpPr>
            <a:spLocks noGrp="1"/>
          </p:cNvSpPr>
          <p:nvPr>
            <p:ph type="sldNum" sz="quarter" idx="12"/>
          </p:nvPr>
        </p:nvSpPr>
        <p:spPr>
          <a:xfrm>
            <a:off x="11160803" y="277657"/>
            <a:ext cx="838200" cy="365125"/>
          </a:xfrm>
        </p:spPr>
        <p:txBody>
          <a:bodyPr/>
          <a:lstStyle>
            <a:lvl1pPr algn="ctr">
              <a:defRPr sz="1800">
                <a:solidFill>
                  <a:schemeClr val="bg1"/>
                </a:solidFill>
              </a:defRPr>
            </a:lvl1pPr>
          </a:lstStyle>
          <a:p>
            <a:fld id="{8D1BC46D-89B1-41A3-BBA1-F56BEABD0A90}" type="slidenum">
              <a:rPr lang="ja-JP" altLang="en-US" smtClean="0"/>
              <a:pPr/>
              <a:t>‹#›</a:t>
            </a:fld>
            <a:endParaRPr lang="ja-JP" altLang="en-US"/>
          </a:p>
        </p:txBody>
      </p:sp>
    </p:spTree>
    <p:extLst>
      <p:ext uri="{BB962C8B-B14F-4D97-AF65-F5344CB8AC3E}">
        <p14:creationId xmlns:p14="http://schemas.microsoft.com/office/powerpoint/2010/main" val="3537658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_リード文あり">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E4981D-F3E1-A957-C0E7-47018581307B}"/>
              </a:ext>
            </a:extLst>
          </p:cNvPr>
          <p:cNvSpPr>
            <a:spLocks noGrp="1"/>
          </p:cNvSpPr>
          <p:nvPr>
            <p:ph type="title"/>
          </p:nvPr>
        </p:nvSpPr>
        <p:spPr>
          <a:xfrm>
            <a:off x="838200" y="231697"/>
            <a:ext cx="8268093" cy="457044"/>
          </a:xfrm>
        </p:spPr>
        <p:txBody>
          <a:bodyPr>
            <a:noAutofit/>
          </a:bodyPr>
          <a:lstStyle>
            <a:lvl1pPr>
              <a:defRPr sz="2800">
                <a:solidFill>
                  <a:schemeClr val="bg1"/>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FF7D598-3437-0B1C-AC16-BAD871C30B3E}"/>
              </a:ext>
            </a:extLst>
          </p:cNvPr>
          <p:cNvSpPr>
            <a:spLocks noGrp="1"/>
          </p:cNvSpPr>
          <p:nvPr>
            <p:ph idx="1" hasCustomPrompt="1"/>
          </p:nvPr>
        </p:nvSpPr>
        <p:spPr>
          <a:xfrm>
            <a:off x="838200" y="2139885"/>
            <a:ext cx="10515600" cy="4440458"/>
          </a:xfrm>
        </p:spPr>
        <p:txBody>
          <a:bodyPr/>
          <a:lstStyle/>
          <a:p>
            <a:pPr lvl="0"/>
            <a:r>
              <a:rPr kumimoji="1" lang="ja-JP" altLang="en-US"/>
              <a:t>メッセージについての補足説明</a:t>
            </a:r>
          </a:p>
        </p:txBody>
      </p:sp>
      <p:sp>
        <p:nvSpPr>
          <p:cNvPr id="6" name="スライド番号プレースホルダー 5">
            <a:extLst>
              <a:ext uri="{FF2B5EF4-FFF2-40B4-BE49-F238E27FC236}">
                <a16:creationId xmlns:a16="http://schemas.microsoft.com/office/drawing/2014/main" id="{1978F53E-4C54-5978-324C-CDA5322A0EDC}"/>
              </a:ext>
            </a:extLst>
          </p:cNvPr>
          <p:cNvSpPr>
            <a:spLocks noGrp="1"/>
          </p:cNvSpPr>
          <p:nvPr>
            <p:ph type="sldNum" sz="quarter" idx="12"/>
          </p:nvPr>
        </p:nvSpPr>
        <p:spPr>
          <a:xfrm>
            <a:off x="11160803" y="277657"/>
            <a:ext cx="838200" cy="365125"/>
          </a:xfrm>
        </p:spPr>
        <p:txBody>
          <a:bodyPr/>
          <a:lstStyle>
            <a:lvl1pPr algn="ctr">
              <a:defRPr sz="1800">
                <a:solidFill>
                  <a:schemeClr val="bg1"/>
                </a:solidFill>
              </a:defRPr>
            </a:lvl1pPr>
          </a:lstStyle>
          <a:p>
            <a:fld id="{8D1BC46D-89B1-41A3-BBA1-F56BEABD0A90}" type="slidenum">
              <a:rPr lang="ja-JP" altLang="en-US" smtClean="0"/>
              <a:pPr/>
              <a:t>‹#›</a:t>
            </a:fld>
            <a:endParaRPr lang="ja-JP" altLang="en-US"/>
          </a:p>
        </p:txBody>
      </p:sp>
      <p:sp>
        <p:nvSpPr>
          <p:cNvPr id="8" name="タイトル 1">
            <a:extLst>
              <a:ext uri="{FF2B5EF4-FFF2-40B4-BE49-F238E27FC236}">
                <a16:creationId xmlns:a16="http://schemas.microsoft.com/office/drawing/2014/main" id="{5708537F-1CE0-897D-A56D-51BA5E3A6155}"/>
              </a:ext>
            </a:extLst>
          </p:cNvPr>
          <p:cNvSpPr txBox="1">
            <a:spLocks/>
          </p:cNvSpPr>
          <p:nvPr userDrawn="1"/>
        </p:nvSpPr>
        <p:spPr>
          <a:xfrm>
            <a:off x="838200" y="1330335"/>
            <a:ext cx="10515600" cy="45704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600" kern="1200">
                <a:solidFill>
                  <a:schemeClr val="bg1"/>
                </a:solidFill>
                <a:latin typeface="+mj-lt"/>
                <a:ea typeface="+mj-ea"/>
                <a:cs typeface="+mj-cs"/>
              </a:defRPr>
            </a:lvl1pPr>
          </a:lstStyle>
          <a:p>
            <a:r>
              <a:rPr lang="ja-JP" altLang="en-US">
                <a:solidFill>
                  <a:schemeClr val="tx1"/>
                </a:solidFill>
              </a:rPr>
              <a:t>話題について伝えるべきメッセージ</a:t>
            </a:r>
          </a:p>
        </p:txBody>
      </p:sp>
    </p:spTree>
    <p:extLst>
      <p:ext uri="{BB962C8B-B14F-4D97-AF65-F5344CB8AC3E}">
        <p14:creationId xmlns:p14="http://schemas.microsoft.com/office/powerpoint/2010/main" val="1637888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図形レイアウト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E4981D-F3E1-A957-C0E7-47018581307B}"/>
              </a:ext>
            </a:extLst>
          </p:cNvPr>
          <p:cNvSpPr>
            <a:spLocks noGrp="1"/>
          </p:cNvSpPr>
          <p:nvPr>
            <p:ph type="title"/>
          </p:nvPr>
        </p:nvSpPr>
        <p:spPr>
          <a:xfrm>
            <a:off x="838200" y="231697"/>
            <a:ext cx="8268093" cy="457044"/>
          </a:xfrm>
        </p:spPr>
        <p:txBody>
          <a:bodyPr>
            <a:noAutofit/>
          </a:bodyPr>
          <a:lstStyle>
            <a:lvl1pPr>
              <a:defRPr sz="2800">
                <a:solidFill>
                  <a:schemeClr val="bg1"/>
                </a:solidFill>
              </a:defRPr>
            </a:lvl1pPr>
          </a:lstStyle>
          <a:p>
            <a:r>
              <a:rPr kumimoji="1" lang="ja-JP" altLang="en-US"/>
              <a:t>マスター タイトルの書式設定</a:t>
            </a:r>
          </a:p>
        </p:txBody>
      </p:sp>
      <p:sp>
        <p:nvSpPr>
          <p:cNvPr id="6" name="スライド番号プレースホルダー 5">
            <a:extLst>
              <a:ext uri="{FF2B5EF4-FFF2-40B4-BE49-F238E27FC236}">
                <a16:creationId xmlns:a16="http://schemas.microsoft.com/office/drawing/2014/main" id="{1978F53E-4C54-5978-324C-CDA5322A0EDC}"/>
              </a:ext>
            </a:extLst>
          </p:cNvPr>
          <p:cNvSpPr>
            <a:spLocks noGrp="1"/>
          </p:cNvSpPr>
          <p:nvPr>
            <p:ph type="sldNum" sz="quarter" idx="12"/>
          </p:nvPr>
        </p:nvSpPr>
        <p:spPr>
          <a:xfrm>
            <a:off x="11160803" y="277657"/>
            <a:ext cx="838200" cy="365125"/>
          </a:xfrm>
        </p:spPr>
        <p:txBody>
          <a:bodyPr/>
          <a:lstStyle>
            <a:lvl1pPr algn="ctr">
              <a:defRPr sz="1800">
                <a:solidFill>
                  <a:schemeClr val="bg1"/>
                </a:solidFill>
              </a:defRPr>
            </a:lvl1pPr>
          </a:lstStyle>
          <a:p>
            <a:fld id="{8D1BC46D-89B1-41A3-BBA1-F56BEABD0A90}" type="slidenum">
              <a:rPr lang="ja-JP" altLang="en-US" smtClean="0"/>
              <a:pPr/>
              <a:t>‹#›</a:t>
            </a:fld>
            <a:endParaRPr lang="ja-JP" altLang="en-US"/>
          </a:p>
        </p:txBody>
      </p:sp>
      <p:grpSp>
        <p:nvGrpSpPr>
          <p:cNvPr id="25" name="グループ化 24">
            <a:extLst>
              <a:ext uri="{FF2B5EF4-FFF2-40B4-BE49-F238E27FC236}">
                <a16:creationId xmlns:a16="http://schemas.microsoft.com/office/drawing/2014/main" id="{A3C33A2C-CCB1-1197-CB85-2CEEC50066B3}"/>
              </a:ext>
            </a:extLst>
          </p:cNvPr>
          <p:cNvGrpSpPr/>
          <p:nvPr userDrawn="1"/>
        </p:nvGrpSpPr>
        <p:grpSpPr>
          <a:xfrm>
            <a:off x="616017" y="1348268"/>
            <a:ext cx="6533120" cy="4938925"/>
            <a:chOff x="0" y="1396394"/>
            <a:chExt cx="6533120" cy="4938925"/>
          </a:xfrm>
        </p:grpSpPr>
        <p:sp>
          <p:nvSpPr>
            <p:cNvPr id="26" name="楕円 25">
              <a:extLst>
                <a:ext uri="{FF2B5EF4-FFF2-40B4-BE49-F238E27FC236}">
                  <a16:creationId xmlns:a16="http://schemas.microsoft.com/office/drawing/2014/main" id="{98913F8C-77C7-957C-594F-5C8DE84333F9}"/>
                </a:ext>
              </a:extLst>
            </p:cNvPr>
            <p:cNvSpPr/>
            <p:nvPr/>
          </p:nvSpPr>
          <p:spPr>
            <a:xfrm>
              <a:off x="2173905" y="13963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040D31E5-C3CC-B29E-B012-9F95248D2893}"/>
                </a:ext>
              </a:extLst>
            </p:cNvPr>
            <p:cNvSpPr txBox="1"/>
            <p:nvPr/>
          </p:nvSpPr>
          <p:spPr>
            <a:xfrm>
              <a:off x="2139601" y="1944955"/>
              <a:ext cx="2396691" cy="954107"/>
            </a:xfrm>
            <a:prstGeom prst="rect">
              <a:avLst/>
            </a:prstGeom>
            <a:noFill/>
          </p:spPr>
          <p:txBody>
            <a:bodyPr wrap="square" rtlCol="0">
              <a:spAutoFit/>
            </a:bodyPr>
            <a:lstStyle/>
            <a:p>
              <a:pPr algn="ctr"/>
              <a:r>
                <a:rPr lang="ja-JP" altLang="en-US" sz="2800" b="1">
                  <a:solidFill>
                    <a:schemeClr val="bg1"/>
                  </a:solidFill>
                  <a:latin typeface="游ゴシック" panose="020B0400000000000000" pitchFamily="50" charset="-128"/>
                  <a:ea typeface="游ゴシック" panose="020B0400000000000000" pitchFamily="50" charset="-128"/>
                </a:rPr>
                <a:t>①</a:t>
              </a:r>
              <a:endParaRPr lang="en-US" altLang="ja-JP" sz="2800" b="1">
                <a:solidFill>
                  <a:schemeClr val="bg1"/>
                </a:solidFill>
                <a:latin typeface="游ゴシック" panose="020B0400000000000000" pitchFamily="50" charset="-128"/>
                <a:ea typeface="游ゴシック" panose="020B0400000000000000" pitchFamily="50" charset="-128"/>
              </a:endParaRPr>
            </a:p>
            <a:p>
              <a:pPr algn="ctr"/>
              <a:r>
                <a:rPr lang="ja-JP" altLang="en-US" sz="2800" b="1">
                  <a:solidFill>
                    <a:schemeClr val="bg1"/>
                  </a:solidFill>
                  <a:latin typeface="游ゴシック" panose="020B0400000000000000" pitchFamily="50" charset="-128"/>
                  <a:ea typeface="游ゴシック" panose="020B0400000000000000" pitchFamily="50" charset="-128"/>
                </a:rPr>
                <a:t>ひとつめ</a:t>
              </a:r>
              <a:endParaRPr kumimoji="1" lang="ja-JP" altLang="en-US" sz="2800" b="1">
                <a:solidFill>
                  <a:schemeClr val="bg1"/>
                </a:solidFill>
                <a:latin typeface="游ゴシック" panose="020B0400000000000000" pitchFamily="50" charset="-128"/>
                <a:ea typeface="游ゴシック" panose="020B0400000000000000" pitchFamily="50" charset="-128"/>
              </a:endParaRPr>
            </a:p>
          </p:txBody>
        </p:sp>
        <p:sp>
          <p:nvSpPr>
            <p:cNvPr id="28" name="楕円 27">
              <a:extLst>
                <a:ext uri="{FF2B5EF4-FFF2-40B4-BE49-F238E27FC236}">
                  <a16:creationId xmlns:a16="http://schemas.microsoft.com/office/drawing/2014/main" id="{59A8DAAC-3C4A-1010-61A7-EA6D2DC40F78}"/>
                </a:ext>
              </a:extLst>
            </p:cNvPr>
            <p:cNvSpPr/>
            <p:nvPr/>
          </p:nvSpPr>
          <p:spPr>
            <a:xfrm>
              <a:off x="815779" y="36664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C332B804-F377-AD40-1C73-DA0B1C4839F0}"/>
                </a:ext>
              </a:extLst>
            </p:cNvPr>
            <p:cNvSpPr txBox="1"/>
            <p:nvPr/>
          </p:nvSpPr>
          <p:spPr>
            <a:xfrm>
              <a:off x="733433" y="4231597"/>
              <a:ext cx="2396691" cy="954107"/>
            </a:xfrm>
            <a:prstGeom prst="rect">
              <a:avLst/>
            </a:prstGeom>
            <a:noFill/>
          </p:spPr>
          <p:txBody>
            <a:bodyPr wrap="square" rtlCol="0">
              <a:spAutoFit/>
            </a:bodyPr>
            <a:lstStyle/>
            <a:p>
              <a:pPr algn="ctr"/>
              <a:r>
                <a:rPr lang="ja-JP" altLang="en-US" sz="2800" b="1">
                  <a:solidFill>
                    <a:schemeClr val="bg1"/>
                  </a:solidFill>
                  <a:latin typeface="游ゴシック" panose="020B0400000000000000" pitchFamily="50" charset="-128"/>
                  <a:ea typeface="游ゴシック" panose="020B0400000000000000" pitchFamily="50" charset="-128"/>
                </a:rPr>
                <a:t>③</a:t>
              </a:r>
              <a:endParaRPr lang="en-US" altLang="ja-JP" sz="2800" b="1">
                <a:solidFill>
                  <a:schemeClr val="bg1"/>
                </a:solidFill>
                <a:latin typeface="游ゴシック" panose="020B0400000000000000" pitchFamily="50" charset="-128"/>
                <a:ea typeface="游ゴシック" panose="020B0400000000000000" pitchFamily="50" charset="-128"/>
              </a:endParaRPr>
            </a:p>
            <a:p>
              <a:pPr algn="ctr"/>
              <a:r>
                <a:rPr lang="ja-JP" altLang="en-US" sz="2800" b="1">
                  <a:solidFill>
                    <a:schemeClr val="bg1"/>
                  </a:solidFill>
                  <a:latin typeface="游ゴシック" panose="020B0400000000000000" pitchFamily="50" charset="-128"/>
                  <a:ea typeface="游ゴシック" panose="020B0400000000000000" pitchFamily="50" charset="-128"/>
                </a:rPr>
                <a:t>みっつめ</a:t>
              </a:r>
              <a:endParaRPr kumimoji="1" lang="ja-JP" altLang="en-US" sz="2800" b="1">
                <a:solidFill>
                  <a:schemeClr val="bg1"/>
                </a:solidFill>
                <a:latin typeface="游ゴシック" panose="020B0400000000000000" pitchFamily="50" charset="-128"/>
                <a:ea typeface="游ゴシック" panose="020B0400000000000000" pitchFamily="50" charset="-128"/>
              </a:endParaRPr>
            </a:p>
          </p:txBody>
        </p:sp>
        <p:sp>
          <p:nvSpPr>
            <p:cNvPr id="30" name="楕円 29">
              <a:extLst>
                <a:ext uri="{FF2B5EF4-FFF2-40B4-BE49-F238E27FC236}">
                  <a16:creationId xmlns:a16="http://schemas.microsoft.com/office/drawing/2014/main" id="{F7EA8DF9-A730-7977-1031-F7C04BCD564A}"/>
                </a:ext>
              </a:extLst>
            </p:cNvPr>
            <p:cNvSpPr/>
            <p:nvPr/>
          </p:nvSpPr>
          <p:spPr>
            <a:xfrm>
              <a:off x="3565643" y="36537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39144E88-A824-BDD8-1A5F-DF9932A28F58}"/>
                </a:ext>
              </a:extLst>
            </p:cNvPr>
            <p:cNvSpPr txBox="1"/>
            <p:nvPr/>
          </p:nvSpPr>
          <p:spPr>
            <a:xfrm>
              <a:off x="3511913" y="4222775"/>
              <a:ext cx="2396691" cy="954107"/>
            </a:xfrm>
            <a:prstGeom prst="rect">
              <a:avLst/>
            </a:prstGeom>
            <a:noFill/>
          </p:spPr>
          <p:txBody>
            <a:bodyPr wrap="square" rtlCol="0">
              <a:spAutoFit/>
            </a:bodyPr>
            <a:lstStyle/>
            <a:p>
              <a:pPr algn="ctr"/>
              <a:r>
                <a:rPr lang="ja-JP" altLang="en-US" sz="2800" b="1">
                  <a:solidFill>
                    <a:schemeClr val="bg1"/>
                  </a:solidFill>
                  <a:latin typeface="游ゴシック" panose="020B0400000000000000" pitchFamily="50" charset="-128"/>
                  <a:ea typeface="游ゴシック" panose="020B0400000000000000" pitchFamily="50" charset="-128"/>
                </a:rPr>
                <a:t>➁</a:t>
              </a:r>
              <a:endParaRPr lang="en-US" altLang="ja-JP" sz="2800" b="1">
                <a:solidFill>
                  <a:schemeClr val="bg1"/>
                </a:solidFill>
                <a:latin typeface="游ゴシック" panose="020B0400000000000000" pitchFamily="50" charset="-128"/>
                <a:ea typeface="游ゴシック" panose="020B0400000000000000" pitchFamily="50" charset="-128"/>
              </a:endParaRPr>
            </a:p>
            <a:p>
              <a:pPr algn="ctr"/>
              <a:r>
                <a:rPr lang="ja-JP" altLang="en-US" sz="2800" b="1">
                  <a:solidFill>
                    <a:schemeClr val="bg1"/>
                  </a:solidFill>
                  <a:latin typeface="游ゴシック" panose="020B0400000000000000" pitchFamily="50" charset="-128"/>
                  <a:ea typeface="游ゴシック" panose="020B0400000000000000" pitchFamily="50" charset="-128"/>
                </a:rPr>
                <a:t>ふたつめ</a:t>
              </a:r>
              <a:endParaRPr kumimoji="1" lang="ja-JP" altLang="en-US" sz="2800" b="1">
                <a:solidFill>
                  <a:schemeClr val="bg1"/>
                </a:solidFill>
                <a:latin typeface="游ゴシック" panose="020B0400000000000000" pitchFamily="50" charset="-128"/>
                <a:ea typeface="游ゴシック" panose="020B0400000000000000" pitchFamily="50" charset="-128"/>
              </a:endParaRPr>
            </a:p>
          </p:txBody>
        </p:sp>
        <p:grpSp>
          <p:nvGrpSpPr>
            <p:cNvPr id="32" name="グループ化 31">
              <a:extLst>
                <a:ext uri="{FF2B5EF4-FFF2-40B4-BE49-F238E27FC236}">
                  <a16:creationId xmlns:a16="http://schemas.microsoft.com/office/drawing/2014/main" id="{792C22EA-FF84-3A98-0809-0D050661F86E}"/>
                </a:ext>
              </a:extLst>
            </p:cNvPr>
            <p:cNvGrpSpPr/>
            <p:nvPr/>
          </p:nvGrpSpPr>
          <p:grpSpPr>
            <a:xfrm flipV="1">
              <a:off x="4488250" y="2706875"/>
              <a:ext cx="800237" cy="959619"/>
              <a:chOff x="2664127" y="3374455"/>
              <a:chExt cx="1201975" cy="1567649"/>
            </a:xfrm>
          </p:grpSpPr>
          <p:sp>
            <p:nvSpPr>
              <p:cNvPr id="42" name="二等辺三角形 41">
                <a:extLst>
                  <a:ext uri="{FF2B5EF4-FFF2-40B4-BE49-F238E27FC236}">
                    <a16:creationId xmlns:a16="http://schemas.microsoft.com/office/drawing/2014/main" id="{CFBF4968-EFF2-BBD6-A5B8-F05999D9E557}"/>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フリーフォーム: 図形 42">
                <a:extLst>
                  <a:ext uri="{FF2B5EF4-FFF2-40B4-BE49-F238E27FC236}">
                    <a16:creationId xmlns:a16="http://schemas.microsoft.com/office/drawing/2014/main" id="{EE05FDD2-4061-3782-1A58-92A53F277356}"/>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グループ化 32">
              <a:extLst>
                <a:ext uri="{FF2B5EF4-FFF2-40B4-BE49-F238E27FC236}">
                  <a16:creationId xmlns:a16="http://schemas.microsoft.com/office/drawing/2014/main" id="{CC32EC09-DD6F-67F4-1515-E5D0B5A1F986}"/>
                </a:ext>
              </a:extLst>
            </p:cNvPr>
            <p:cNvGrpSpPr/>
            <p:nvPr/>
          </p:nvGrpSpPr>
          <p:grpSpPr>
            <a:xfrm rot="7241964" flipV="1">
              <a:off x="2843255" y="5233792"/>
              <a:ext cx="800237" cy="959619"/>
              <a:chOff x="2664127" y="3374455"/>
              <a:chExt cx="1201975" cy="1567649"/>
            </a:xfrm>
          </p:grpSpPr>
          <p:sp>
            <p:nvSpPr>
              <p:cNvPr id="40" name="二等辺三角形 39">
                <a:extLst>
                  <a:ext uri="{FF2B5EF4-FFF2-40B4-BE49-F238E27FC236}">
                    <a16:creationId xmlns:a16="http://schemas.microsoft.com/office/drawing/2014/main" id="{487A51D6-35EB-AB85-51DC-D165028608F6}"/>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フリーフォーム: 図形 40">
                <a:extLst>
                  <a:ext uri="{FF2B5EF4-FFF2-40B4-BE49-F238E27FC236}">
                    <a16:creationId xmlns:a16="http://schemas.microsoft.com/office/drawing/2014/main" id="{6FF737AD-E6C5-09B0-D657-3884084F5473}"/>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4" name="グループ化 33">
              <a:extLst>
                <a:ext uri="{FF2B5EF4-FFF2-40B4-BE49-F238E27FC236}">
                  <a16:creationId xmlns:a16="http://schemas.microsoft.com/office/drawing/2014/main" id="{F45FDD95-79DC-ADA9-3915-434CF7688F0A}"/>
                </a:ext>
              </a:extLst>
            </p:cNvPr>
            <p:cNvGrpSpPr/>
            <p:nvPr/>
          </p:nvGrpSpPr>
          <p:grpSpPr>
            <a:xfrm rot="14081671" flipV="1">
              <a:off x="1389673" y="2585074"/>
              <a:ext cx="800237" cy="959619"/>
              <a:chOff x="2664127" y="3374455"/>
              <a:chExt cx="1201975" cy="1567649"/>
            </a:xfrm>
          </p:grpSpPr>
          <p:sp>
            <p:nvSpPr>
              <p:cNvPr id="38" name="二等辺三角形 37">
                <a:extLst>
                  <a:ext uri="{FF2B5EF4-FFF2-40B4-BE49-F238E27FC236}">
                    <a16:creationId xmlns:a16="http://schemas.microsoft.com/office/drawing/2014/main" id="{F6F2E6E3-8349-F1BD-4411-6E3B6C029304}"/>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フリーフォーム: 図形 38">
                <a:extLst>
                  <a:ext uri="{FF2B5EF4-FFF2-40B4-BE49-F238E27FC236}">
                    <a16:creationId xmlns:a16="http://schemas.microsoft.com/office/drawing/2014/main" id="{9D03327C-F0E8-AC17-FD92-0B6F95945D47}"/>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5" name="テキスト ボックス 34">
              <a:extLst>
                <a:ext uri="{FF2B5EF4-FFF2-40B4-BE49-F238E27FC236}">
                  <a16:creationId xmlns:a16="http://schemas.microsoft.com/office/drawing/2014/main" id="{647DCFC0-4CDB-F491-59F5-9B9843370982}"/>
                </a:ext>
              </a:extLst>
            </p:cNvPr>
            <p:cNvSpPr txBox="1"/>
            <p:nvPr/>
          </p:nvSpPr>
          <p:spPr>
            <a:xfrm>
              <a:off x="4832338" y="2938238"/>
              <a:ext cx="1700782" cy="400110"/>
            </a:xfrm>
            <a:prstGeom prst="rect">
              <a:avLst/>
            </a:prstGeom>
            <a:noFill/>
          </p:spPr>
          <p:txBody>
            <a:bodyPr wrap="square" rtlCol="0">
              <a:spAutoFit/>
            </a:bodyPr>
            <a:lstStyle/>
            <a:p>
              <a:pPr algn="ctr"/>
              <a:r>
                <a:rPr lang="ja-JP" altLang="en-US" sz="2000" b="1">
                  <a:solidFill>
                    <a:schemeClr val="accent4"/>
                  </a:solidFill>
                  <a:latin typeface="游ゴシック" panose="020B0400000000000000" pitchFamily="50" charset="-128"/>
                  <a:ea typeface="游ゴシック" panose="020B0400000000000000" pitchFamily="50" charset="-128"/>
                </a:rPr>
                <a:t>変化</a:t>
              </a:r>
              <a:endParaRPr lang="en-US" altLang="ja-JP" sz="2000" b="1">
                <a:solidFill>
                  <a:schemeClr val="accent4"/>
                </a:solidFill>
                <a:latin typeface="游ゴシック" panose="020B0400000000000000" pitchFamily="50" charset="-128"/>
                <a:ea typeface="游ゴシック" panose="020B0400000000000000" pitchFamily="50" charset="-128"/>
              </a:endParaRPr>
            </a:p>
          </p:txBody>
        </p:sp>
        <p:sp>
          <p:nvSpPr>
            <p:cNvPr id="36" name="テキスト ボックス 35">
              <a:extLst>
                <a:ext uri="{FF2B5EF4-FFF2-40B4-BE49-F238E27FC236}">
                  <a16:creationId xmlns:a16="http://schemas.microsoft.com/office/drawing/2014/main" id="{2832B974-8812-43C2-59F0-92C1490CE50F}"/>
                </a:ext>
              </a:extLst>
            </p:cNvPr>
            <p:cNvSpPr txBox="1"/>
            <p:nvPr/>
          </p:nvSpPr>
          <p:spPr>
            <a:xfrm>
              <a:off x="2550709" y="5935209"/>
              <a:ext cx="1700782" cy="400110"/>
            </a:xfrm>
            <a:prstGeom prst="rect">
              <a:avLst/>
            </a:prstGeom>
            <a:noFill/>
          </p:spPr>
          <p:txBody>
            <a:bodyPr wrap="square" rtlCol="0">
              <a:spAutoFit/>
            </a:bodyPr>
            <a:lstStyle/>
            <a:p>
              <a:pPr algn="ctr"/>
              <a:r>
                <a:rPr lang="ja-JP" altLang="en-US" sz="2000" b="1">
                  <a:solidFill>
                    <a:schemeClr val="accent4"/>
                  </a:solidFill>
                  <a:latin typeface="游ゴシック" panose="020B0400000000000000" pitchFamily="50" charset="-128"/>
                  <a:ea typeface="游ゴシック" panose="020B0400000000000000" pitchFamily="50" charset="-128"/>
                </a:rPr>
                <a:t>変化</a:t>
              </a:r>
              <a:endParaRPr lang="en-US" altLang="ja-JP" sz="2000" b="1">
                <a:solidFill>
                  <a:schemeClr val="accent4"/>
                </a:solidFill>
                <a:latin typeface="游ゴシック" panose="020B0400000000000000" pitchFamily="50" charset="-128"/>
                <a:ea typeface="游ゴシック" panose="020B0400000000000000" pitchFamily="50" charset="-128"/>
              </a:endParaRPr>
            </a:p>
          </p:txBody>
        </p:sp>
        <p:sp>
          <p:nvSpPr>
            <p:cNvPr id="37" name="テキスト ボックス 36">
              <a:extLst>
                <a:ext uri="{FF2B5EF4-FFF2-40B4-BE49-F238E27FC236}">
                  <a16:creationId xmlns:a16="http://schemas.microsoft.com/office/drawing/2014/main" id="{01D1CA61-D3FD-E879-DD8D-393FE694B62A}"/>
                </a:ext>
              </a:extLst>
            </p:cNvPr>
            <p:cNvSpPr txBox="1"/>
            <p:nvPr/>
          </p:nvSpPr>
          <p:spPr>
            <a:xfrm>
              <a:off x="0" y="2983833"/>
              <a:ext cx="1700782" cy="400110"/>
            </a:xfrm>
            <a:prstGeom prst="rect">
              <a:avLst/>
            </a:prstGeom>
            <a:noFill/>
          </p:spPr>
          <p:txBody>
            <a:bodyPr wrap="square" rtlCol="0">
              <a:spAutoFit/>
            </a:bodyPr>
            <a:lstStyle/>
            <a:p>
              <a:pPr algn="ctr"/>
              <a:r>
                <a:rPr lang="ja-JP" altLang="en-US" sz="2000" b="1">
                  <a:solidFill>
                    <a:schemeClr val="accent4"/>
                  </a:solidFill>
                  <a:latin typeface="游ゴシック" panose="020B0400000000000000" pitchFamily="50" charset="-128"/>
                  <a:ea typeface="游ゴシック" panose="020B0400000000000000" pitchFamily="50" charset="-128"/>
                </a:rPr>
                <a:t>変化</a:t>
              </a:r>
              <a:endParaRPr lang="en-US" altLang="ja-JP" sz="2000" b="1">
                <a:solidFill>
                  <a:schemeClr val="accent4"/>
                </a:solidFill>
                <a:latin typeface="游ゴシック" panose="020B0400000000000000" pitchFamily="50" charset="-128"/>
                <a:ea typeface="游ゴシック" panose="020B0400000000000000" pitchFamily="50" charset="-128"/>
              </a:endParaRPr>
            </a:p>
          </p:txBody>
        </p:sp>
      </p:grpSp>
      <p:sp>
        <p:nvSpPr>
          <p:cNvPr id="44" name="楕円 43">
            <a:extLst>
              <a:ext uri="{FF2B5EF4-FFF2-40B4-BE49-F238E27FC236}">
                <a16:creationId xmlns:a16="http://schemas.microsoft.com/office/drawing/2014/main" id="{2C0C6389-FF14-5D60-C930-9FD4BB37E633}"/>
              </a:ext>
            </a:extLst>
          </p:cNvPr>
          <p:cNvSpPr/>
          <p:nvPr userDrawn="1"/>
        </p:nvSpPr>
        <p:spPr>
          <a:xfrm>
            <a:off x="7462655" y="1651262"/>
            <a:ext cx="323850" cy="323850"/>
          </a:xfrm>
          <a:prstGeom prst="ellipse">
            <a:avLst/>
          </a:prstGeom>
          <a:solidFill>
            <a:schemeClr val="accent2"/>
          </a:solidFill>
          <a:ln>
            <a:solidFill>
              <a:schemeClr val="accent2"/>
            </a:solidFill>
          </a:ln>
          <a:effectLst>
            <a:glow rad="1016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楕円 44">
            <a:extLst>
              <a:ext uri="{FF2B5EF4-FFF2-40B4-BE49-F238E27FC236}">
                <a16:creationId xmlns:a16="http://schemas.microsoft.com/office/drawing/2014/main" id="{CCD5A499-DA80-4959-FD3A-EFDCB51A5887}"/>
              </a:ext>
            </a:extLst>
          </p:cNvPr>
          <p:cNvSpPr/>
          <p:nvPr userDrawn="1"/>
        </p:nvSpPr>
        <p:spPr>
          <a:xfrm>
            <a:off x="8108150" y="1651112"/>
            <a:ext cx="324000" cy="324000"/>
          </a:xfrm>
          <a:prstGeom prst="ellipse">
            <a:avLst/>
          </a:prstGeom>
          <a:solidFill>
            <a:srgbClr val="46877B"/>
          </a:solidFill>
          <a:ln>
            <a:solidFill>
              <a:srgbClr val="46877B"/>
            </a:solidFill>
          </a:ln>
          <a:effectLst>
            <a:glow rad="101600">
              <a:srgbClr val="46877B">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楕円 45">
            <a:extLst>
              <a:ext uri="{FF2B5EF4-FFF2-40B4-BE49-F238E27FC236}">
                <a16:creationId xmlns:a16="http://schemas.microsoft.com/office/drawing/2014/main" id="{D2D85714-56FD-135D-4317-6D3C5582D6F9}"/>
              </a:ext>
            </a:extLst>
          </p:cNvPr>
          <p:cNvSpPr/>
          <p:nvPr userDrawn="1"/>
        </p:nvSpPr>
        <p:spPr>
          <a:xfrm>
            <a:off x="7730366" y="2165069"/>
            <a:ext cx="342900" cy="333267"/>
          </a:xfrm>
          <a:prstGeom prst="ellipse">
            <a:avLst/>
          </a:prstGeom>
          <a:solidFill>
            <a:schemeClr val="accent2"/>
          </a:solidFill>
          <a:ln>
            <a:solidFill>
              <a:schemeClr val="accent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楕円 46">
            <a:extLst>
              <a:ext uri="{FF2B5EF4-FFF2-40B4-BE49-F238E27FC236}">
                <a16:creationId xmlns:a16="http://schemas.microsoft.com/office/drawing/2014/main" id="{47FFE66D-3B81-A181-53D3-E8D4F60D2D9F}"/>
              </a:ext>
            </a:extLst>
          </p:cNvPr>
          <p:cNvSpPr/>
          <p:nvPr userDrawn="1"/>
        </p:nvSpPr>
        <p:spPr>
          <a:xfrm>
            <a:off x="8528263" y="3060360"/>
            <a:ext cx="2901487" cy="1236539"/>
          </a:xfrm>
          <a:custGeom>
            <a:avLst/>
            <a:gdLst>
              <a:gd name="csX0" fmla="*/ 0 w 2901487"/>
              <a:gd name="csY0" fmla="*/ 618270 h 1236539"/>
              <a:gd name="csX1" fmla="*/ 1450744 w 2901487"/>
              <a:gd name="csY1" fmla="*/ 0 h 1236539"/>
              <a:gd name="csX2" fmla="*/ 2901488 w 2901487"/>
              <a:gd name="csY2" fmla="*/ 618270 h 1236539"/>
              <a:gd name="csX3" fmla="*/ 1450744 w 2901487"/>
              <a:gd name="csY3" fmla="*/ 1236540 h 1236539"/>
              <a:gd name="csX4" fmla="*/ 0 w 2901487"/>
              <a:gd name="csY4" fmla="*/ 618270 h 1236539"/>
            </a:gdLst>
            <a:ahLst/>
            <a:cxnLst>
              <a:cxn ang="0">
                <a:pos x="csX0" y="csY0"/>
              </a:cxn>
              <a:cxn ang="0">
                <a:pos x="csX1" y="csY1"/>
              </a:cxn>
              <a:cxn ang="0">
                <a:pos x="csX2" y="csY2"/>
              </a:cxn>
              <a:cxn ang="0">
                <a:pos x="csX3" y="csY3"/>
              </a:cxn>
              <a:cxn ang="0">
                <a:pos x="csX4" y="csY4"/>
              </a:cxn>
            </a:cxnLst>
            <a:rect l="l" t="t" r="r" b="b"/>
            <a:pathLst>
              <a:path w="2901487" h="1236539" fill="none" extrusionOk="0">
                <a:moveTo>
                  <a:pt x="0" y="618270"/>
                </a:moveTo>
                <a:cubicBezTo>
                  <a:pt x="84712" y="196294"/>
                  <a:pt x="764269" y="7572"/>
                  <a:pt x="1450744" y="0"/>
                </a:cubicBezTo>
                <a:cubicBezTo>
                  <a:pt x="2280633" y="48997"/>
                  <a:pt x="2861081" y="275941"/>
                  <a:pt x="2901488" y="618270"/>
                </a:cubicBezTo>
                <a:cubicBezTo>
                  <a:pt x="3011552" y="975692"/>
                  <a:pt x="2166690" y="1197621"/>
                  <a:pt x="1450744" y="1236540"/>
                </a:cubicBezTo>
                <a:cubicBezTo>
                  <a:pt x="618922" y="1245671"/>
                  <a:pt x="36345" y="910461"/>
                  <a:pt x="0" y="618270"/>
                </a:cubicBezTo>
                <a:close/>
              </a:path>
              <a:path w="2901487" h="1236539" stroke="0" extrusionOk="0">
                <a:moveTo>
                  <a:pt x="0" y="618270"/>
                </a:moveTo>
                <a:cubicBezTo>
                  <a:pt x="-7565" y="290082"/>
                  <a:pt x="641644" y="-3252"/>
                  <a:pt x="1450744" y="0"/>
                </a:cubicBezTo>
                <a:cubicBezTo>
                  <a:pt x="2306126" y="-7995"/>
                  <a:pt x="2871529" y="331374"/>
                  <a:pt x="2901488" y="618270"/>
                </a:cubicBezTo>
                <a:cubicBezTo>
                  <a:pt x="2849516" y="977102"/>
                  <a:pt x="2227727" y="1265205"/>
                  <a:pt x="1450744" y="1236540"/>
                </a:cubicBezTo>
                <a:cubicBezTo>
                  <a:pt x="683291" y="1214685"/>
                  <a:pt x="-15441" y="963273"/>
                  <a:pt x="0" y="618270"/>
                </a:cubicBezTo>
                <a:close/>
              </a:path>
            </a:pathLst>
          </a:custGeom>
          <a:solidFill>
            <a:srgbClr val="D3E9E5"/>
          </a:solidFill>
          <a:ln>
            <a:solidFill>
              <a:srgbClr val="D3E9E5"/>
            </a:solidFill>
            <a:extLst>
              <a:ext uri="{C807C97D-BFC1-408E-A445-0C87EB9F89A2}">
                <ask:lineSketchStyleProps xmlns:ask="http://schemas.microsoft.com/office/drawing/2018/sketchyshapes" sd="981765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楕円 47">
            <a:extLst>
              <a:ext uri="{FF2B5EF4-FFF2-40B4-BE49-F238E27FC236}">
                <a16:creationId xmlns:a16="http://schemas.microsoft.com/office/drawing/2014/main" id="{6A6E1136-F272-4681-519A-C15D625A2FA7}"/>
              </a:ext>
            </a:extLst>
          </p:cNvPr>
          <p:cNvSpPr/>
          <p:nvPr userDrawn="1"/>
        </p:nvSpPr>
        <p:spPr>
          <a:xfrm>
            <a:off x="9518584" y="1567812"/>
            <a:ext cx="2235127" cy="2177274"/>
          </a:xfrm>
          <a:custGeom>
            <a:avLst/>
            <a:gdLst>
              <a:gd name="csX0" fmla="*/ 0 w 2235127"/>
              <a:gd name="csY0" fmla="*/ 1088637 h 2177274"/>
              <a:gd name="csX1" fmla="*/ 1117564 w 2235127"/>
              <a:gd name="csY1" fmla="*/ 0 h 2177274"/>
              <a:gd name="csX2" fmla="*/ 2235128 w 2235127"/>
              <a:gd name="csY2" fmla="*/ 1088637 h 2177274"/>
              <a:gd name="csX3" fmla="*/ 1117564 w 2235127"/>
              <a:gd name="csY3" fmla="*/ 2177274 h 2177274"/>
              <a:gd name="csX4" fmla="*/ 0 w 2235127"/>
              <a:gd name="csY4" fmla="*/ 1088637 h 2177274"/>
            </a:gdLst>
            <a:ahLst/>
            <a:cxnLst>
              <a:cxn ang="0">
                <a:pos x="csX0" y="csY0"/>
              </a:cxn>
              <a:cxn ang="0">
                <a:pos x="csX1" y="csY1"/>
              </a:cxn>
              <a:cxn ang="0">
                <a:pos x="csX2" y="csY2"/>
              </a:cxn>
              <a:cxn ang="0">
                <a:pos x="csX3" y="csY3"/>
              </a:cxn>
              <a:cxn ang="0">
                <a:pos x="csX4" y="csY4"/>
              </a:cxn>
            </a:cxnLst>
            <a:rect l="l" t="t" r="r" b="b"/>
            <a:pathLst>
              <a:path w="2235127" h="2177274" fill="none" extrusionOk="0">
                <a:moveTo>
                  <a:pt x="0" y="1088637"/>
                </a:moveTo>
                <a:cubicBezTo>
                  <a:pt x="-78231" y="501361"/>
                  <a:pt x="470933" y="81460"/>
                  <a:pt x="1117564" y="0"/>
                </a:cubicBezTo>
                <a:cubicBezTo>
                  <a:pt x="1655506" y="-29676"/>
                  <a:pt x="2249283" y="494351"/>
                  <a:pt x="2235128" y="1088637"/>
                </a:cubicBezTo>
                <a:cubicBezTo>
                  <a:pt x="2256564" y="1635402"/>
                  <a:pt x="1745396" y="2193472"/>
                  <a:pt x="1117564" y="2177274"/>
                </a:cubicBezTo>
                <a:cubicBezTo>
                  <a:pt x="511602" y="2187319"/>
                  <a:pt x="85868" y="1650356"/>
                  <a:pt x="0" y="1088637"/>
                </a:cubicBezTo>
                <a:close/>
              </a:path>
              <a:path w="2235127" h="2177274" stroke="0" extrusionOk="0">
                <a:moveTo>
                  <a:pt x="0" y="1088637"/>
                </a:moveTo>
                <a:cubicBezTo>
                  <a:pt x="44180" y="558178"/>
                  <a:pt x="501211" y="-92223"/>
                  <a:pt x="1117564" y="0"/>
                </a:cubicBezTo>
                <a:cubicBezTo>
                  <a:pt x="1755182" y="98031"/>
                  <a:pt x="2176597" y="447074"/>
                  <a:pt x="2235128" y="1088637"/>
                </a:cubicBezTo>
                <a:cubicBezTo>
                  <a:pt x="2248407" y="1590409"/>
                  <a:pt x="1732930" y="2112771"/>
                  <a:pt x="1117564" y="2177274"/>
                </a:cubicBezTo>
                <a:cubicBezTo>
                  <a:pt x="512908" y="2113663"/>
                  <a:pt x="14757" y="1627634"/>
                  <a:pt x="0" y="1088637"/>
                </a:cubicBezTo>
                <a:close/>
              </a:path>
            </a:pathLst>
          </a:custGeom>
          <a:solidFill>
            <a:schemeClr val="accent2"/>
          </a:solidFill>
          <a:ln>
            <a:solidFill>
              <a:schemeClr val="accent2"/>
            </a:solidFill>
            <a:extLst>
              <a:ext uri="{C807C97D-BFC1-408E-A445-0C87EB9F89A2}">
                <ask:lineSketchStyleProps xmlns:ask="http://schemas.microsoft.com/office/drawing/2018/sketchyshapes" sd="3669468432">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a:solidFill>
                  <a:schemeClr val="bg1"/>
                </a:solidFill>
                <a:latin typeface="游ゴシック" panose="020B0400000000000000" pitchFamily="50" charset="-128"/>
                <a:ea typeface="游ゴシック" panose="020B0400000000000000" pitchFamily="50" charset="-128"/>
              </a:rPr>
              <a:t> </a:t>
            </a:r>
            <a:r>
              <a:rPr lang="ja-JP" altLang="en-US" sz="2800" b="1">
                <a:solidFill>
                  <a:schemeClr val="bg1"/>
                </a:solidFill>
                <a:latin typeface="游ゴシック" panose="020B0400000000000000" pitchFamily="50" charset="-128"/>
                <a:ea typeface="游ゴシック" panose="020B0400000000000000" pitchFamily="50" charset="-128"/>
              </a:rPr>
              <a:t>何か</a:t>
            </a:r>
            <a:endParaRPr lang="en-US" altLang="ja-JP" sz="2800" b="1">
              <a:solidFill>
                <a:schemeClr val="bg1"/>
              </a:solidFill>
              <a:latin typeface="游ゴシック" panose="020B0400000000000000" pitchFamily="50" charset="-128"/>
              <a:ea typeface="游ゴシック" panose="020B0400000000000000" pitchFamily="50" charset="-128"/>
            </a:endParaRPr>
          </a:p>
          <a:p>
            <a:pPr algn="ctr"/>
            <a:r>
              <a:rPr lang="ja-JP" altLang="en-US">
                <a:solidFill>
                  <a:schemeClr val="bg1"/>
                </a:solidFill>
                <a:latin typeface="+mn-ea"/>
              </a:rPr>
              <a:t>メッセージ</a:t>
            </a:r>
            <a:endParaRPr lang="ja-JP" altLang="en-US" sz="1200">
              <a:solidFill>
                <a:schemeClr val="bg1"/>
              </a:solidFill>
              <a:latin typeface="+mn-ea"/>
            </a:endParaRPr>
          </a:p>
        </p:txBody>
      </p:sp>
      <p:sp>
        <p:nvSpPr>
          <p:cNvPr id="49" name="正方形/長方形 48">
            <a:extLst>
              <a:ext uri="{FF2B5EF4-FFF2-40B4-BE49-F238E27FC236}">
                <a16:creationId xmlns:a16="http://schemas.microsoft.com/office/drawing/2014/main" id="{B2DD3AF4-68C5-FAE7-0A1D-8170E5D92D37}"/>
              </a:ext>
            </a:extLst>
          </p:cNvPr>
          <p:cNvSpPr/>
          <p:nvPr userDrawn="1"/>
        </p:nvSpPr>
        <p:spPr>
          <a:xfrm rot="20169432">
            <a:off x="8795580" y="3503340"/>
            <a:ext cx="3160032" cy="167421"/>
          </a:xfrm>
          <a:custGeom>
            <a:avLst/>
            <a:gdLst>
              <a:gd name="csX0" fmla="*/ 0 w 3160032"/>
              <a:gd name="csY0" fmla="*/ 0 h 167421"/>
              <a:gd name="csX1" fmla="*/ 3160032 w 3160032"/>
              <a:gd name="csY1" fmla="*/ 0 h 167421"/>
              <a:gd name="csX2" fmla="*/ 3160032 w 3160032"/>
              <a:gd name="csY2" fmla="*/ 167421 h 167421"/>
              <a:gd name="csX3" fmla="*/ 0 w 3160032"/>
              <a:gd name="csY3" fmla="*/ 167421 h 167421"/>
              <a:gd name="csX4" fmla="*/ 0 w 3160032"/>
              <a:gd name="csY4" fmla="*/ 0 h 167421"/>
            </a:gdLst>
            <a:ahLst/>
            <a:cxnLst>
              <a:cxn ang="0">
                <a:pos x="csX0" y="csY0"/>
              </a:cxn>
              <a:cxn ang="0">
                <a:pos x="csX1" y="csY1"/>
              </a:cxn>
              <a:cxn ang="0">
                <a:pos x="csX2" y="csY2"/>
              </a:cxn>
              <a:cxn ang="0">
                <a:pos x="csX3" y="csY3"/>
              </a:cxn>
              <a:cxn ang="0">
                <a:pos x="csX4" y="csY4"/>
              </a:cxn>
            </a:cxnLst>
            <a:rect l="l" t="t" r="r" b="b"/>
            <a:pathLst>
              <a:path w="3160032" h="167421" fill="none" extrusionOk="0">
                <a:moveTo>
                  <a:pt x="0" y="0"/>
                </a:moveTo>
                <a:cubicBezTo>
                  <a:pt x="1576265" y="-130857"/>
                  <a:pt x="1695485" y="63250"/>
                  <a:pt x="3160032" y="0"/>
                </a:cubicBezTo>
                <a:cubicBezTo>
                  <a:pt x="3149888" y="54417"/>
                  <a:pt x="3161660" y="117978"/>
                  <a:pt x="3160032" y="167421"/>
                </a:cubicBezTo>
                <a:cubicBezTo>
                  <a:pt x="2559770" y="222085"/>
                  <a:pt x="1098592" y="215523"/>
                  <a:pt x="0" y="167421"/>
                </a:cubicBezTo>
                <a:cubicBezTo>
                  <a:pt x="-5" y="147243"/>
                  <a:pt x="-2866" y="55723"/>
                  <a:pt x="0" y="0"/>
                </a:cubicBezTo>
                <a:close/>
              </a:path>
              <a:path w="3160032" h="167421" stroke="0" extrusionOk="0">
                <a:moveTo>
                  <a:pt x="0" y="0"/>
                </a:moveTo>
                <a:cubicBezTo>
                  <a:pt x="1189394" y="93023"/>
                  <a:pt x="2837410" y="111448"/>
                  <a:pt x="3160032" y="0"/>
                </a:cubicBezTo>
                <a:cubicBezTo>
                  <a:pt x="3145341" y="75065"/>
                  <a:pt x="3161279" y="142728"/>
                  <a:pt x="3160032" y="167421"/>
                </a:cubicBezTo>
                <a:cubicBezTo>
                  <a:pt x="2786659" y="165537"/>
                  <a:pt x="902558" y="243552"/>
                  <a:pt x="0" y="167421"/>
                </a:cubicBezTo>
                <a:cubicBezTo>
                  <a:pt x="-7129" y="150251"/>
                  <a:pt x="4229" y="45135"/>
                  <a:pt x="0" y="0"/>
                </a:cubicBezTo>
                <a:close/>
              </a:path>
            </a:pathLst>
          </a:custGeom>
          <a:solidFill>
            <a:schemeClr val="bg1"/>
          </a:solidFill>
          <a:ln>
            <a:solidFill>
              <a:schemeClr val="bg1"/>
            </a:solidFill>
            <a:extLst>
              <a:ext uri="{C807C97D-BFC1-408E-A445-0C87EB9F89A2}">
                <ask:lineSketchStyleProps xmlns:ask="http://schemas.microsoft.com/office/drawing/2018/sketchyshapes" sd="1001808606">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十字形 49">
            <a:extLst>
              <a:ext uri="{FF2B5EF4-FFF2-40B4-BE49-F238E27FC236}">
                <a16:creationId xmlns:a16="http://schemas.microsoft.com/office/drawing/2014/main" id="{FC1263B9-86AE-7C13-849E-FAC9076446F5}"/>
              </a:ext>
            </a:extLst>
          </p:cNvPr>
          <p:cNvSpPr/>
          <p:nvPr userDrawn="1"/>
        </p:nvSpPr>
        <p:spPr>
          <a:xfrm rot="2590055">
            <a:off x="8265921" y="4413059"/>
            <a:ext cx="1869719" cy="1886551"/>
          </a:xfrm>
          <a:custGeom>
            <a:avLst/>
            <a:gdLst>
              <a:gd name="csX0" fmla="*/ 0 w 1869719"/>
              <a:gd name="csY0" fmla="*/ 871682 h 1886551"/>
              <a:gd name="csX1" fmla="*/ 871682 w 1869719"/>
              <a:gd name="csY1" fmla="*/ 871682 h 1886551"/>
              <a:gd name="csX2" fmla="*/ 871682 w 1869719"/>
              <a:gd name="csY2" fmla="*/ 0 h 1886551"/>
              <a:gd name="csX3" fmla="*/ 998037 w 1869719"/>
              <a:gd name="csY3" fmla="*/ 0 h 1886551"/>
              <a:gd name="csX4" fmla="*/ 998037 w 1869719"/>
              <a:gd name="csY4" fmla="*/ 871682 h 1886551"/>
              <a:gd name="csX5" fmla="*/ 1869719 w 1869719"/>
              <a:gd name="csY5" fmla="*/ 871682 h 1886551"/>
              <a:gd name="csX6" fmla="*/ 1869719 w 1869719"/>
              <a:gd name="csY6" fmla="*/ 1014869 h 1886551"/>
              <a:gd name="csX7" fmla="*/ 998037 w 1869719"/>
              <a:gd name="csY7" fmla="*/ 1014869 h 1886551"/>
              <a:gd name="csX8" fmla="*/ 998037 w 1869719"/>
              <a:gd name="csY8" fmla="*/ 1886551 h 1886551"/>
              <a:gd name="csX9" fmla="*/ 871682 w 1869719"/>
              <a:gd name="csY9" fmla="*/ 1886551 h 1886551"/>
              <a:gd name="csX10" fmla="*/ 871682 w 1869719"/>
              <a:gd name="csY10" fmla="*/ 1014869 h 1886551"/>
              <a:gd name="csX11" fmla="*/ 0 w 1869719"/>
              <a:gd name="csY11" fmla="*/ 1014869 h 1886551"/>
              <a:gd name="csX12" fmla="*/ 0 w 1869719"/>
              <a:gd name="csY12" fmla="*/ 871682 h 18865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69719" h="1886551" fill="none" extrusionOk="0">
                <a:moveTo>
                  <a:pt x="0" y="871682"/>
                </a:moveTo>
                <a:cubicBezTo>
                  <a:pt x="150577" y="878137"/>
                  <a:pt x="691672" y="826285"/>
                  <a:pt x="871682" y="871682"/>
                </a:cubicBezTo>
                <a:cubicBezTo>
                  <a:pt x="944600" y="699805"/>
                  <a:pt x="866968" y="165485"/>
                  <a:pt x="871682" y="0"/>
                </a:cubicBezTo>
                <a:cubicBezTo>
                  <a:pt x="917842" y="-3582"/>
                  <a:pt x="948566" y="-7301"/>
                  <a:pt x="998037" y="0"/>
                </a:cubicBezTo>
                <a:cubicBezTo>
                  <a:pt x="1034408" y="206213"/>
                  <a:pt x="958303" y="545702"/>
                  <a:pt x="998037" y="871682"/>
                </a:cubicBezTo>
                <a:cubicBezTo>
                  <a:pt x="1403914" y="918941"/>
                  <a:pt x="1768096" y="817161"/>
                  <a:pt x="1869719" y="871682"/>
                </a:cubicBezTo>
                <a:cubicBezTo>
                  <a:pt x="1862247" y="898346"/>
                  <a:pt x="1867979" y="944707"/>
                  <a:pt x="1869719" y="1014869"/>
                </a:cubicBezTo>
                <a:cubicBezTo>
                  <a:pt x="1548144" y="940983"/>
                  <a:pt x="1153210" y="1019821"/>
                  <a:pt x="998037" y="1014869"/>
                </a:cubicBezTo>
                <a:cubicBezTo>
                  <a:pt x="1038278" y="1306496"/>
                  <a:pt x="926672" y="1453007"/>
                  <a:pt x="998037" y="1886551"/>
                </a:cubicBezTo>
                <a:cubicBezTo>
                  <a:pt x="957192" y="1890993"/>
                  <a:pt x="910226" y="1892254"/>
                  <a:pt x="871682" y="1886551"/>
                </a:cubicBezTo>
                <a:cubicBezTo>
                  <a:pt x="900212" y="1470477"/>
                  <a:pt x="885227" y="1205920"/>
                  <a:pt x="871682" y="1014869"/>
                </a:cubicBezTo>
                <a:cubicBezTo>
                  <a:pt x="678222" y="1052749"/>
                  <a:pt x="371283" y="1038878"/>
                  <a:pt x="0" y="1014869"/>
                </a:cubicBezTo>
                <a:cubicBezTo>
                  <a:pt x="7573" y="960095"/>
                  <a:pt x="-108" y="893456"/>
                  <a:pt x="0" y="871682"/>
                </a:cubicBezTo>
                <a:close/>
              </a:path>
              <a:path w="1869719" h="1886551" stroke="0" extrusionOk="0">
                <a:moveTo>
                  <a:pt x="0" y="871682"/>
                </a:moveTo>
                <a:cubicBezTo>
                  <a:pt x="344289" y="885060"/>
                  <a:pt x="600800" y="905684"/>
                  <a:pt x="871682" y="871682"/>
                </a:cubicBezTo>
                <a:cubicBezTo>
                  <a:pt x="931893" y="628664"/>
                  <a:pt x="943650" y="370527"/>
                  <a:pt x="871682" y="0"/>
                </a:cubicBezTo>
                <a:cubicBezTo>
                  <a:pt x="893890" y="9838"/>
                  <a:pt x="946111" y="7517"/>
                  <a:pt x="998037" y="0"/>
                </a:cubicBezTo>
                <a:cubicBezTo>
                  <a:pt x="992055" y="159455"/>
                  <a:pt x="932820" y="532460"/>
                  <a:pt x="998037" y="871682"/>
                </a:cubicBezTo>
                <a:cubicBezTo>
                  <a:pt x="1357843" y="820993"/>
                  <a:pt x="1686362" y="905907"/>
                  <a:pt x="1869719" y="871682"/>
                </a:cubicBezTo>
                <a:cubicBezTo>
                  <a:pt x="1875174" y="925174"/>
                  <a:pt x="1873986" y="947346"/>
                  <a:pt x="1869719" y="1014869"/>
                </a:cubicBezTo>
                <a:cubicBezTo>
                  <a:pt x="1764808" y="1082825"/>
                  <a:pt x="1290886" y="1035898"/>
                  <a:pt x="998037" y="1014869"/>
                </a:cubicBezTo>
                <a:cubicBezTo>
                  <a:pt x="975473" y="1296156"/>
                  <a:pt x="935667" y="1781961"/>
                  <a:pt x="998037" y="1886551"/>
                </a:cubicBezTo>
                <a:cubicBezTo>
                  <a:pt x="962951" y="1880256"/>
                  <a:pt x="921537" y="1889798"/>
                  <a:pt x="871682" y="1886551"/>
                </a:cubicBezTo>
                <a:cubicBezTo>
                  <a:pt x="818077" y="1555126"/>
                  <a:pt x="859397" y="1130088"/>
                  <a:pt x="871682" y="1014869"/>
                </a:cubicBezTo>
                <a:cubicBezTo>
                  <a:pt x="608586" y="952921"/>
                  <a:pt x="306780" y="1005001"/>
                  <a:pt x="0" y="1014869"/>
                </a:cubicBezTo>
                <a:cubicBezTo>
                  <a:pt x="-3635" y="972697"/>
                  <a:pt x="-10926" y="894203"/>
                  <a:pt x="0" y="871682"/>
                </a:cubicBezTo>
                <a:close/>
              </a:path>
            </a:pathLst>
          </a:custGeom>
          <a:solidFill>
            <a:schemeClr val="accent2"/>
          </a:solidFill>
          <a:ln>
            <a:solidFill>
              <a:schemeClr val="accent2"/>
            </a:solidFill>
            <a:extLst>
              <a:ext uri="{C807C97D-BFC1-408E-A445-0C87EB9F89A2}">
                <ask:lineSketchStyleProps xmlns:ask="http://schemas.microsoft.com/office/drawing/2018/sketchyshapes" sd="3129110413">
                  <a:prstGeom prst="plus">
                    <a:avLst>
                      <a:gd name="adj" fmla="val 46621"/>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楕円 50">
            <a:extLst>
              <a:ext uri="{FF2B5EF4-FFF2-40B4-BE49-F238E27FC236}">
                <a16:creationId xmlns:a16="http://schemas.microsoft.com/office/drawing/2014/main" id="{445914FA-79B4-45B7-AD62-654903C3C42B}"/>
              </a:ext>
            </a:extLst>
          </p:cNvPr>
          <p:cNvSpPr/>
          <p:nvPr userDrawn="1"/>
        </p:nvSpPr>
        <p:spPr>
          <a:xfrm>
            <a:off x="7090921" y="4792728"/>
            <a:ext cx="1253486" cy="1236539"/>
          </a:xfrm>
          <a:custGeom>
            <a:avLst/>
            <a:gdLst>
              <a:gd name="csX0" fmla="*/ 0 w 1253486"/>
              <a:gd name="csY0" fmla="*/ 618270 h 1236539"/>
              <a:gd name="csX1" fmla="*/ 626743 w 1253486"/>
              <a:gd name="csY1" fmla="*/ 0 h 1236539"/>
              <a:gd name="csX2" fmla="*/ 1253486 w 1253486"/>
              <a:gd name="csY2" fmla="*/ 618270 h 1236539"/>
              <a:gd name="csX3" fmla="*/ 626743 w 1253486"/>
              <a:gd name="csY3" fmla="*/ 1236540 h 1236539"/>
              <a:gd name="csX4" fmla="*/ 0 w 1253486"/>
              <a:gd name="csY4" fmla="*/ 618270 h 1236539"/>
            </a:gdLst>
            <a:ahLst/>
            <a:cxnLst>
              <a:cxn ang="0">
                <a:pos x="csX0" y="csY0"/>
              </a:cxn>
              <a:cxn ang="0">
                <a:pos x="csX1" y="csY1"/>
              </a:cxn>
              <a:cxn ang="0">
                <a:pos x="csX2" y="csY2"/>
              </a:cxn>
              <a:cxn ang="0">
                <a:pos x="csX3" y="csY3"/>
              </a:cxn>
              <a:cxn ang="0">
                <a:pos x="csX4" y="csY4"/>
              </a:cxn>
            </a:cxnLst>
            <a:rect l="l" t="t" r="r" b="b"/>
            <a:pathLst>
              <a:path w="1253486" h="1236539" extrusionOk="0">
                <a:moveTo>
                  <a:pt x="0" y="618270"/>
                </a:moveTo>
                <a:cubicBezTo>
                  <a:pt x="11333" y="288976"/>
                  <a:pt x="265442" y="19656"/>
                  <a:pt x="626743" y="0"/>
                </a:cubicBezTo>
                <a:cubicBezTo>
                  <a:pt x="963521" y="-49908"/>
                  <a:pt x="1223269" y="275473"/>
                  <a:pt x="1253486" y="618270"/>
                </a:cubicBezTo>
                <a:cubicBezTo>
                  <a:pt x="1256702" y="984230"/>
                  <a:pt x="1029945" y="1242942"/>
                  <a:pt x="626743" y="1236540"/>
                </a:cubicBezTo>
                <a:cubicBezTo>
                  <a:pt x="282897" y="1246744"/>
                  <a:pt x="5423" y="961932"/>
                  <a:pt x="0" y="618270"/>
                </a:cubicBezTo>
                <a:close/>
              </a:path>
            </a:pathLst>
          </a:custGeom>
          <a:noFill/>
          <a:ln w="76200">
            <a:solidFill>
              <a:srgbClr val="C00000"/>
            </a:solidFill>
            <a:extLst>
              <a:ext uri="{C807C97D-BFC1-408E-A445-0C87EB9F89A2}">
                <ask:lineSketchStyleProps xmlns:ask="http://schemas.microsoft.com/office/drawing/2018/sketchyshapes" sd="1678478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68165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図形レイアウト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E4981D-F3E1-A957-C0E7-47018581307B}"/>
              </a:ext>
            </a:extLst>
          </p:cNvPr>
          <p:cNvSpPr>
            <a:spLocks noGrp="1"/>
          </p:cNvSpPr>
          <p:nvPr>
            <p:ph type="title"/>
          </p:nvPr>
        </p:nvSpPr>
        <p:spPr>
          <a:xfrm>
            <a:off x="838200" y="231697"/>
            <a:ext cx="8268093" cy="457044"/>
          </a:xfrm>
        </p:spPr>
        <p:txBody>
          <a:bodyPr>
            <a:noAutofit/>
          </a:bodyPr>
          <a:lstStyle>
            <a:lvl1pPr>
              <a:defRPr sz="2800">
                <a:solidFill>
                  <a:schemeClr val="bg1"/>
                </a:solidFill>
              </a:defRPr>
            </a:lvl1pPr>
          </a:lstStyle>
          <a:p>
            <a:r>
              <a:rPr kumimoji="1" lang="ja-JP" altLang="en-US"/>
              <a:t>マスター タイトルの書式設定</a:t>
            </a:r>
          </a:p>
        </p:txBody>
      </p:sp>
      <p:sp>
        <p:nvSpPr>
          <p:cNvPr id="6" name="スライド番号プレースホルダー 5">
            <a:extLst>
              <a:ext uri="{FF2B5EF4-FFF2-40B4-BE49-F238E27FC236}">
                <a16:creationId xmlns:a16="http://schemas.microsoft.com/office/drawing/2014/main" id="{1978F53E-4C54-5978-324C-CDA5322A0EDC}"/>
              </a:ext>
            </a:extLst>
          </p:cNvPr>
          <p:cNvSpPr>
            <a:spLocks noGrp="1"/>
          </p:cNvSpPr>
          <p:nvPr>
            <p:ph type="sldNum" sz="quarter" idx="12"/>
          </p:nvPr>
        </p:nvSpPr>
        <p:spPr>
          <a:xfrm>
            <a:off x="11160803" y="277657"/>
            <a:ext cx="838200" cy="365125"/>
          </a:xfrm>
        </p:spPr>
        <p:txBody>
          <a:bodyPr/>
          <a:lstStyle>
            <a:lvl1pPr algn="ctr">
              <a:defRPr sz="1800">
                <a:solidFill>
                  <a:schemeClr val="bg1"/>
                </a:solidFill>
              </a:defRPr>
            </a:lvl1pPr>
          </a:lstStyle>
          <a:p>
            <a:fld id="{8D1BC46D-89B1-41A3-BBA1-F56BEABD0A90}" type="slidenum">
              <a:rPr lang="ja-JP" altLang="en-US" smtClean="0"/>
              <a:pPr/>
              <a:t>‹#›</a:t>
            </a:fld>
            <a:endParaRPr lang="ja-JP" altLang="en-US"/>
          </a:p>
        </p:txBody>
      </p:sp>
      <p:sp>
        <p:nvSpPr>
          <p:cNvPr id="3" name="タイトル 1">
            <a:extLst>
              <a:ext uri="{FF2B5EF4-FFF2-40B4-BE49-F238E27FC236}">
                <a16:creationId xmlns:a16="http://schemas.microsoft.com/office/drawing/2014/main" id="{EA1512E1-AAA0-AB04-C190-127E06041E34}"/>
              </a:ext>
            </a:extLst>
          </p:cNvPr>
          <p:cNvSpPr txBox="1">
            <a:spLocks/>
          </p:cNvSpPr>
          <p:nvPr userDrawn="1"/>
        </p:nvSpPr>
        <p:spPr>
          <a:xfrm>
            <a:off x="558800" y="1015999"/>
            <a:ext cx="11099800" cy="938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3600"/>
              <a:t>寸法や色は場合に応じて調整しましょう</a:t>
            </a:r>
          </a:p>
        </p:txBody>
      </p:sp>
      <p:grpSp>
        <p:nvGrpSpPr>
          <p:cNvPr id="24" name="グループ化 23">
            <a:extLst>
              <a:ext uri="{FF2B5EF4-FFF2-40B4-BE49-F238E27FC236}">
                <a16:creationId xmlns:a16="http://schemas.microsoft.com/office/drawing/2014/main" id="{4918279A-9D5F-83FE-1814-3178B5023072}"/>
              </a:ext>
            </a:extLst>
          </p:cNvPr>
          <p:cNvGrpSpPr/>
          <p:nvPr userDrawn="1"/>
        </p:nvGrpSpPr>
        <p:grpSpPr>
          <a:xfrm rot="3516666">
            <a:off x="1083666" y="2853387"/>
            <a:ext cx="1201975" cy="1567649"/>
            <a:chOff x="2664127" y="3374455"/>
            <a:chExt cx="1201975" cy="1567649"/>
          </a:xfrm>
        </p:grpSpPr>
        <p:sp>
          <p:nvSpPr>
            <p:cNvPr id="25" name="二等辺三角形 24">
              <a:extLst>
                <a:ext uri="{FF2B5EF4-FFF2-40B4-BE49-F238E27FC236}">
                  <a16:creationId xmlns:a16="http://schemas.microsoft.com/office/drawing/2014/main" id="{18040CFA-D83A-6E36-349E-8029AD4E1E72}"/>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フリーフォーム: 図形 25">
              <a:extLst>
                <a:ext uri="{FF2B5EF4-FFF2-40B4-BE49-F238E27FC236}">
                  <a16:creationId xmlns:a16="http://schemas.microsoft.com/office/drawing/2014/main" id="{3687799F-5AF2-5645-A10F-4C5CDA1D9A63}"/>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7" name="グループ化 26">
            <a:extLst>
              <a:ext uri="{FF2B5EF4-FFF2-40B4-BE49-F238E27FC236}">
                <a16:creationId xmlns:a16="http://schemas.microsoft.com/office/drawing/2014/main" id="{F5AD321D-70F5-E363-267F-4BBAB259B4A9}"/>
              </a:ext>
            </a:extLst>
          </p:cNvPr>
          <p:cNvGrpSpPr/>
          <p:nvPr userDrawn="1"/>
        </p:nvGrpSpPr>
        <p:grpSpPr>
          <a:xfrm>
            <a:off x="3762700" y="2453659"/>
            <a:ext cx="851900" cy="2201196"/>
            <a:chOff x="4004187" y="2684206"/>
            <a:chExt cx="851900" cy="2201196"/>
          </a:xfrm>
        </p:grpSpPr>
        <p:sp>
          <p:nvSpPr>
            <p:cNvPr id="28" name="二等辺三角形 27">
              <a:extLst>
                <a:ext uri="{FF2B5EF4-FFF2-40B4-BE49-F238E27FC236}">
                  <a16:creationId xmlns:a16="http://schemas.microsoft.com/office/drawing/2014/main" id="{3504BEE9-9870-07CE-A77A-85412E49817D}"/>
                </a:ext>
              </a:extLst>
            </p:cNvPr>
            <p:cNvSpPr/>
            <p:nvPr/>
          </p:nvSpPr>
          <p:spPr>
            <a:xfrm>
              <a:off x="4004187" y="2684206"/>
              <a:ext cx="851900" cy="405581"/>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二等辺三角形 28">
              <a:extLst>
                <a:ext uri="{FF2B5EF4-FFF2-40B4-BE49-F238E27FC236}">
                  <a16:creationId xmlns:a16="http://schemas.microsoft.com/office/drawing/2014/main" id="{A554CA98-8948-1722-CD68-C4A9D570C584}"/>
                </a:ext>
              </a:extLst>
            </p:cNvPr>
            <p:cNvSpPr/>
            <p:nvPr/>
          </p:nvSpPr>
          <p:spPr>
            <a:xfrm rot="10800000">
              <a:off x="4172039" y="4653111"/>
              <a:ext cx="516194" cy="232291"/>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台形 29">
              <a:extLst>
                <a:ext uri="{FF2B5EF4-FFF2-40B4-BE49-F238E27FC236}">
                  <a16:creationId xmlns:a16="http://schemas.microsoft.com/office/drawing/2014/main" id="{B55A3034-20E4-4ADF-56C0-2C631235A2B9}"/>
                </a:ext>
              </a:extLst>
            </p:cNvPr>
            <p:cNvSpPr/>
            <p:nvPr/>
          </p:nvSpPr>
          <p:spPr>
            <a:xfrm rot="10800000">
              <a:off x="4274402" y="3082408"/>
              <a:ext cx="311469" cy="1570703"/>
            </a:xfrm>
            <a:prstGeom prst="trapezoid">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1" name="グループ化 30">
            <a:extLst>
              <a:ext uri="{FF2B5EF4-FFF2-40B4-BE49-F238E27FC236}">
                <a16:creationId xmlns:a16="http://schemas.microsoft.com/office/drawing/2014/main" id="{C7512737-BE58-C547-5118-A42DD86BD822}"/>
              </a:ext>
            </a:extLst>
          </p:cNvPr>
          <p:cNvGrpSpPr/>
          <p:nvPr userDrawn="1"/>
        </p:nvGrpSpPr>
        <p:grpSpPr>
          <a:xfrm>
            <a:off x="5262743" y="3209365"/>
            <a:ext cx="2359742" cy="1445491"/>
            <a:chOff x="4837472" y="2490841"/>
            <a:chExt cx="2359742" cy="1445491"/>
          </a:xfrm>
        </p:grpSpPr>
        <p:sp>
          <p:nvSpPr>
            <p:cNvPr id="32" name="四角形: 角を丸くする 31">
              <a:extLst>
                <a:ext uri="{FF2B5EF4-FFF2-40B4-BE49-F238E27FC236}">
                  <a16:creationId xmlns:a16="http://schemas.microsoft.com/office/drawing/2014/main" id="{233F5D7F-64E3-9407-78B4-FAE25F6CDACB}"/>
                </a:ext>
              </a:extLst>
            </p:cNvPr>
            <p:cNvSpPr/>
            <p:nvPr/>
          </p:nvSpPr>
          <p:spPr>
            <a:xfrm>
              <a:off x="4837472" y="2490841"/>
              <a:ext cx="2359742" cy="938159"/>
            </a:xfrm>
            <a:prstGeom prst="roundRect">
              <a:avLst>
                <a:gd name="adj" fmla="val 10379"/>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二等辺三角形 32">
              <a:extLst>
                <a:ext uri="{FF2B5EF4-FFF2-40B4-BE49-F238E27FC236}">
                  <a16:creationId xmlns:a16="http://schemas.microsoft.com/office/drawing/2014/main" id="{AE5B25B4-830C-F565-701E-7B3D8EF0A3D5}"/>
                </a:ext>
              </a:extLst>
            </p:cNvPr>
            <p:cNvSpPr/>
            <p:nvPr/>
          </p:nvSpPr>
          <p:spPr>
            <a:xfrm rot="11901755">
              <a:off x="4948538" y="3335420"/>
              <a:ext cx="213186" cy="600912"/>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4" name="グループ化 33">
            <a:extLst>
              <a:ext uri="{FF2B5EF4-FFF2-40B4-BE49-F238E27FC236}">
                <a16:creationId xmlns:a16="http://schemas.microsoft.com/office/drawing/2014/main" id="{ABC99292-5B3A-39EC-B0CA-F64C7E3424EF}"/>
              </a:ext>
            </a:extLst>
          </p:cNvPr>
          <p:cNvGrpSpPr/>
          <p:nvPr userDrawn="1"/>
        </p:nvGrpSpPr>
        <p:grpSpPr>
          <a:xfrm>
            <a:off x="2672807" y="2453659"/>
            <a:ext cx="840658" cy="2492477"/>
            <a:chOff x="7800489" y="2818451"/>
            <a:chExt cx="840658" cy="2492477"/>
          </a:xfrm>
        </p:grpSpPr>
        <p:sp>
          <p:nvSpPr>
            <p:cNvPr id="35" name="二等辺三角形 34">
              <a:extLst>
                <a:ext uri="{FF2B5EF4-FFF2-40B4-BE49-F238E27FC236}">
                  <a16:creationId xmlns:a16="http://schemas.microsoft.com/office/drawing/2014/main" id="{77F7F590-718D-D8F1-5230-5A3DAD37ED7B}"/>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4882E2DA-4C8E-08D3-32F4-26F06FF74CF7}"/>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37" name="直線コネクタ 36">
            <a:extLst>
              <a:ext uri="{FF2B5EF4-FFF2-40B4-BE49-F238E27FC236}">
                <a16:creationId xmlns:a16="http://schemas.microsoft.com/office/drawing/2014/main" id="{A2C7AC8F-F791-7B05-2E9C-0DD57300600C}"/>
              </a:ext>
            </a:extLst>
          </p:cNvPr>
          <p:cNvCxnSpPr>
            <a:cxnSpLocks/>
          </p:cNvCxnSpPr>
          <p:nvPr userDrawn="1"/>
        </p:nvCxnSpPr>
        <p:spPr>
          <a:xfrm flipV="1">
            <a:off x="7466643" y="2683751"/>
            <a:ext cx="525780" cy="791898"/>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38" name="楕円 37">
            <a:extLst>
              <a:ext uri="{FF2B5EF4-FFF2-40B4-BE49-F238E27FC236}">
                <a16:creationId xmlns:a16="http://schemas.microsoft.com/office/drawing/2014/main" id="{94A0D457-D1B5-AC80-EF68-979CF97AC4FB}"/>
              </a:ext>
            </a:extLst>
          </p:cNvPr>
          <p:cNvSpPr/>
          <p:nvPr userDrawn="1"/>
        </p:nvSpPr>
        <p:spPr>
          <a:xfrm>
            <a:off x="7831288" y="2120241"/>
            <a:ext cx="648000" cy="648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b="1">
                <a:latin typeface="游ゴシック" panose="020B0400000000000000" pitchFamily="50" charset="-128"/>
                <a:ea typeface="游ゴシック" panose="020B0400000000000000" pitchFamily="50" charset="-128"/>
              </a:rPr>
              <a:t>1</a:t>
            </a:r>
            <a:endParaRPr kumimoji="1" lang="ja-JP" altLang="en-US" sz="2800" b="1">
              <a:latin typeface="游ゴシック" panose="020B0400000000000000" pitchFamily="50" charset="-128"/>
              <a:ea typeface="游ゴシック" panose="020B0400000000000000" pitchFamily="50" charset="-128"/>
            </a:endParaRPr>
          </a:p>
        </p:txBody>
      </p:sp>
      <p:grpSp>
        <p:nvGrpSpPr>
          <p:cNvPr id="39" name="グループ化 38">
            <a:extLst>
              <a:ext uri="{FF2B5EF4-FFF2-40B4-BE49-F238E27FC236}">
                <a16:creationId xmlns:a16="http://schemas.microsoft.com/office/drawing/2014/main" id="{2CE1F30D-67D3-C19A-2EA8-2F95FADA6D9C}"/>
              </a:ext>
            </a:extLst>
          </p:cNvPr>
          <p:cNvGrpSpPr/>
          <p:nvPr userDrawn="1"/>
        </p:nvGrpSpPr>
        <p:grpSpPr>
          <a:xfrm>
            <a:off x="1308118" y="4654856"/>
            <a:ext cx="938304" cy="840658"/>
            <a:chOff x="1572269" y="4816089"/>
            <a:chExt cx="938304" cy="840658"/>
          </a:xfrm>
        </p:grpSpPr>
        <p:sp>
          <p:nvSpPr>
            <p:cNvPr id="40" name="二等辺三角形 39">
              <a:extLst>
                <a:ext uri="{FF2B5EF4-FFF2-40B4-BE49-F238E27FC236}">
                  <a16:creationId xmlns:a16="http://schemas.microsoft.com/office/drawing/2014/main" id="{E9780E46-C155-1EC1-3DEF-E0C579376EAA}"/>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フリーフォーム: 図形 40">
              <a:extLst>
                <a:ext uri="{FF2B5EF4-FFF2-40B4-BE49-F238E27FC236}">
                  <a16:creationId xmlns:a16="http://schemas.microsoft.com/office/drawing/2014/main" id="{4A4675F7-CCB9-B468-0A09-2934FCB49E7E}"/>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sp>
        <p:nvSpPr>
          <p:cNvPr id="42" name="フリーフォーム: 図形 41">
            <a:extLst>
              <a:ext uri="{FF2B5EF4-FFF2-40B4-BE49-F238E27FC236}">
                <a16:creationId xmlns:a16="http://schemas.microsoft.com/office/drawing/2014/main" id="{9247C8B2-182C-C265-D9DF-AFFCDEB3F30C}"/>
              </a:ext>
            </a:extLst>
          </p:cNvPr>
          <p:cNvSpPr/>
          <p:nvPr userDrawn="1"/>
        </p:nvSpPr>
        <p:spPr>
          <a:xfrm>
            <a:off x="1256388" y="6352685"/>
            <a:ext cx="1380066" cy="202200"/>
          </a:xfrm>
          <a:custGeom>
            <a:avLst/>
            <a:gdLst>
              <a:gd name="csX0" fmla="*/ 0 w 1380066"/>
              <a:gd name="csY0" fmla="*/ 202199 h 202200"/>
              <a:gd name="csX1" fmla="*/ 1380066 w 1380066"/>
              <a:gd name="csY1" fmla="*/ 0 h 202200"/>
            </a:gdLst>
            <a:ahLst/>
            <a:cxnLst>
              <a:cxn ang="0">
                <a:pos x="csX0" y="csY0"/>
              </a:cxn>
              <a:cxn ang="0">
                <a:pos x="csX1" y="csY1"/>
              </a:cxn>
            </a:cxnLst>
            <a:rect l="l" t="t" r="r" b="b"/>
            <a:pathLst>
              <a:path w="1380066" h="202200" extrusionOk="0">
                <a:moveTo>
                  <a:pt x="0" y="202199"/>
                </a:moveTo>
                <a:cubicBezTo>
                  <a:pt x="579868" y="55242"/>
                  <a:pt x="825186" y="128242"/>
                  <a:pt x="1380066" y="0"/>
                </a:cubicBezTo>
              </a:path>
            </a:pathLst>
          </a:custGeom>
          <a:noFill/>
          <a:ln cap="rnd">
            <a:solidFill>
              <a:schemeClr val="accent4"/>
            </a:solidFill>
            <a:round/>
            <a:headEnd type="none" w="med" len="med"/>
            <a:tailEnd type="arrow" w="lg" len="lg"/>
            <a:extLst>
              <a:ext uri="{C807C97D-BFC1-408E-A445-0C87EB9F89A2}">
                <ask:lineSketchStyleProps xmlns:ask="http://schemas.microsoft.com/office/drawing/2018/sketchyshapes" sd="697022472">
                  <a:custGeom>
                    <a:avLst/>
                    <a:gdLst>
                      <a:gd name="connsiteX0" fmla="*/ 0 w 2709333"/>
                      <a:gd name="connsiteY0" fmla="*/ 321732 h 321733"/>
                      <a:gd name="connsiteX1" fmla="*/ 1245419 w 2709333"/>
                      <a:gd name="connsiteY1" fmla="*/ 105712 h 321733"/>
                      <a:gd name="connsiteX2" fmla="*/ 2709333 w 2709333"/>
                      <a:gd name="connsiteY2" fmla="*/ 0 h 321733"/>
                      <a:gd name="connsiteX0" fmla="*/ 0 w 2709333"/>
                      <a:gd name="connsiteY0" fmla="*/ 321732 h 321732"/>
                      <a:gd name="connsiteX1" fmla="*/ 2709333 w 2709333"/>
                      <a:gd name="connsiteY1" fmla="*/ 0 h 321732"/>
                    </a:gdLst>
                    <a:ahLst/>
                    <a:cxnLst>
                      <a:cxn ang="0">
                        <a:pos x="connsiteX0" y="connsiteY0"/>
                      </a:cxn>
                      <a:cxn ang="0">
                        <a:pos x="connsiteX1" y="connsiteY1"/>
                      </a:cxn>
                    </a:cxnLst>
                    <a:rect l="l" t="t" r="r" b="b"/>
                    <a:pathLst>
                      <a:path w="2709333" h="321732" extrusionOk="0">
                        <a:moveTo>
                          <a:pt x="0" y="321732"/>
                        </a:moveTo>
                        <a:lnTo>
                          <a:pt x="2709333" y="0"/>
                        </a:ln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右大かっこ 42">
            <a:extLst>
              <a:ext uri="{FF2B5EF4-FFF2-40B4-BE49-F238E27FC236}">
                <a16:creationId xmlns:a16="http://schemas.microsoft.com/office/drawing/2014/main" id="{71025FB8-A1A7-CE8E-2E34-590F6B4B549B}"/>
              </a:ext>
            </a:extLst>
          </p:cNvPr>
          <p:cNvSpPr/>
          <p:nvPr userDrawn="1"/>
        </p:nvSpPr>
        <p:spPr>
          <a:xfrm>
            <a:off x="10875218" y="3429000"/>
            <a:ext cx="75875" cy="2144636"/>
          </a:xfrm>
          <a:custGeom>
            <a:avLst/>
            <a:gdLst>
              <a:gd name="csX0" fmla="*/ 0 w 75875"/>
              <a:gd name="csY0" fmla="*/ 0 h 2144636"/>
              <a:gd name="csX1" fmla="*/ 75875 w 75875"/>
              <a:gd name="csY1" fmla="*/ 6323 h 2144636"/>
              <a:gd name="csX2" fmla="*/ 75875 w 75875"/>
              <a:gd name="csY2" fmla="*/ 2138313 h 2144636"/>
              <a:gd name="csX3" fmla="*/ 0 w 75875"/>
              <a:gd name="csY3" fmla="*/ 2144636 h 2144636"/>
              <a:gd name="csX4" fmla="*/ 0 w 75875"/>
              <a:gd name="csY4" fmla="*/ 0 h 2144636"/>
              <a:gd name="csX0" fmla="*/ 0 w 75875"/>
              <a:gd name="csY0" fmla="*/ 0 h 2144636"/>
              <a:gd name="csX1" fmla="*/ 75875 w 75875"/>
              <a:gd name="csY1" fmla="*/ 6323 h 2144636"/>
              <a:gd name="csX2" fmla="*/ 75875 w 75875"/>
              <a:gd name="csY2" fmla="*/ 2138313 h 2144636"/>
              <a:gd name="csX3" fmla="*/ 0 w 75875"/>
              <a:gd name="csY3" fmla="*/ 2144636 h 2144636"/>
            </a:gdLst>
            <a:ahLst/>
            <a:cxnLst>
              <a:cxn ang="0">
                <a:pos x="csX0" y="csY0"/>
              </a:cxn>
              <a:cxn ang="0">
                <a:pos x="csX1" y="csY1"/>
              </a:cxn>
              <a:cxn ang="0">
                <a:pos x="csX2" y="csY2"/>
              </a:cxn>
              <a:cxn ang="0">
                <a:pos x="csX3" y="csY3"/>
              </a:cxn>
            </a:cxnLst>
            <a:rect l="l" t="t" r="r" b="b"/>
            <a:pathLst>
              <a:path w="75875" h="2144636" stroke="0" extrusionOk="0">
                <a:moveTo>
                  <a:pt x="0" y="0"/>
                </a:moveTo>
                <a:cubicBezTo>
                  <a:pt x="42231" y="260"/>
                  <a:pt x="75694" y="3473"/>
                  <a:pt x="75875" y="6323"/>
                </a:cubicBezTo>
                <a:cubicBezTo>
                  <a:pt x="36033" y="809005"/>
                  <a:pt x="117564" y="1463863"/>
                  <a:pt x="75875" y="2138313"/>
                </a:cubicBezTo>
                <a:cubicBezTo>
                  <a:pt x="75472" y="2141552"/>
                  <a:pt x="38285" y="2141821"/>
                  <a:pt x="0" y="2144636"/>
                </a:cubicBezTo>
                <a:cubicBezTo>
                  <a:pt x="132240" y="1282501"/>
                  <a:pt x="-92512" y="751834"/>
                  <a:pt x="0" y="0"/>
                </a:cubicBezTo>
                <a:close/>
              </a:path>
              <a:path w="75875" h="2144636" fill="none" extrusionOk="0">
                <a:moveTo>
                  <a:pt x="0" y="0"/>
                </a:moveTo>
                <a:cubicBezTo>
                  <a:pt x="42382" y="80"/>
                  <a:pt x="76249" y="3222"/>
                  <a:pt x="75875" y="6323"/>
                </a:cubicBezTo>
                <a:cubicBezTo>
                  <a:pt x="-24092" y="939947"/>
                  <a:pt x="-16176" y="1075997"/>
                  <a:pt x="75875" y="2138313"/>
                </a:cubicBezTo>
                <a:cubicBezTo>
                  <a:pt x="70834" y="2143479"/>
                  <a:pt x="44604" y="2144902"/>
                  <a:pt x="0" y="2144636"/>
                </a:cubicBezTo>
              </a:path>
              <a:path w="75875" h="2144636" fill="none" stroke="0" extrusionOk="0">
                <a:moveTo>
                  <a:pt x="0" y="0"/>
                </a:moveTo>
                <a:cubicBezTo>
                  <a:pt x="42098" y="-180"/>
                  <a:pt x="76088" y="3017"/>
                  <a:pt x="75875" y="6323"/>
                </a:cubicBezTo>
                <a:cubicBezTo>
                  <a:pt x="233756" y="726300"/>
                  <a:pt x="144075" y="1627586"/>
                  <a:pt x="75875" y="2138313"/>
                </a:cubicBezTo>
                <a:cubicBezTo>
                  <a:pt x="81323" y="2141035"/>
                  <a:pt x="43270" y="2142597"/>
                  <a:pt x="0" y="2144636"/>
                </a:cubicBezTo>
              </a:path>
            </a:pathLst>
          </a:custGeom>
          <a:ln w="19050">
            <a:solidFill>
              <a:schemeClr val="accent4"/>
            </a:solidFill>
            <a:extLst>
              <a:ext uri="{C807C97D-BFC1-408E-A445-0C87EB9F89A2}">
                <ask:lineSketchStyleProps xmlns:ask="http://schemas.microsoft.com/office/drawing/2018/sketchyshapes" sd="43512134">
                  <a:prstGeom prst="rightBracket">
                    <a:avLst/>
                  </a:prstGeom>
                  <ask:type>
                    <ask:lineSketchCurve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4" name="テキスト ボックス 43">
            <a:extLst>
              <a:ext uri="{FF2B5EF4-FFF2-40B4-BE49-F238E27FC236}">
                <a16:creationId xmlns:a16="http://schemas.microsoft.com/office/drawing/2014/main" id="{BEC562EF-C993-6BA6-27AB-5AA25964F385}"/>
              </a:ext>
            </a:extLst>
          </p:cNvPr>
          <p:cNvSpPr txBox="1"/>
          <p:nvPr userDrawn="1"/>
        </p:nvSpPr>
        <p:spPr>
          <a:xfrm>
            <a:off x="8613397" y="3987244"/>
            <a:ext cx="1716014" cy="369332"/>
          </a:xfrm>
          <a:prstGeom prst="rect">
            <a:avLst/>
          </a:prstGeom>
          <a:solidFill>
            <a:srgbClr val="46877B"/>
          </a:solidFill>
        </p:spPr>
        <p:txBody>
          <a:bodyPr wrap="square">
            <a:spAutoFit/>
          </a:bodyPr>
          <a:lstStyle/>
          <a:p>
            <a:r>
              <a:rPr lang="en-US" altLang="ja-JP" b="1">
                <a:solidFill>
                  <a:schemeClr val="bg1"/>
                </a:solidFill>
                <a:latin typeface="游ゴシック" panose="020B0400000000000000" pitchFamily="50" charset="-128"/>
                <a:ea typeface="游ゴシック" panose="020B0400000000000000" pitchFamily="50" charset="-128"/>
              </a:rPr>
              <a:t> </a:t>
            </a:r>
            <a:r>
              <a:rPr lang="ja-JP" altLang="en-US" b="1">
                <a:solidFill>
                  <a:schemeClr val="bg1"/>
                </a:solidFill>
                <a:latin typeface="游ゴシック" panose="020B0400000000000000" pitchFamily="50" charset="-128"/>
                <a:ea typeface="游ゴシック" panose="020B0400000000000000" pitchFamily="50" charset="-128"/>
              </a:rPr>
              <a:t>何かの見出し</a:t>
            </a:r>
          </a:p>
        </p:txBody>
      </p:sp>
      <p:sp>
        <p:nvSpPr>
          <p:cNvPr id="45" name="フリーフォーム: 図形 44">
            <a:extLst>
              <a:ext uri="{FF2B5EF4-FFF2-40B4-BE49-F238E27FC236}">
                <a16:creationId xmlns:a16="http://schemas.microsoft.com/office/drawing/2014/main" id="{AE5FE25F-0D28-6F9E-AD72-3FC5C6312CD5}"/>
              </a:ext>
            </a:extLst>
          </p:cNvPr>
          <p:cNvSpPr/>
          <p:nvPr userDrawn="1"/>
        </p:nvSpPr>
        <p:spPr>
          <a:xfrm rot="2149832">
            <a:off x="1232946" y="5356494"/>
            <a:ext cx="1116215" cy="1248435"/>
          </a:xfrm>
          <a:custGeom>
            <a:avLst/>
            <a:gdLst>
              <a:gd name="connsiteX0" fmla="*/ 0 w 6381750"/>
              <a:gd name="connsiteY0" fmla="*/ 87460 h 350919"/>
              <a:gd name="connsiteX1" fmla="*/ 508000 w 6381750"/>
              <a:gd name="connsiteY1" fmla="*/ 258910 h 350919"/>
              <a:gd name="connsiteX2" fmla="*/ 908050 w 6381750"/>
              <a:gd name="connsiteY2" fmla="*/ 125560 h 350919"/>
              <a:gd name="connsiteX3" fmla="*/ 1314450 w 6381750"/>
              <a:gd name="connsiteY3" fmla="*/ 252560 h 350919"/>
              <a:gd name="connsiteX4" fmla="*/ 2032000 w 6381750"/>
              <a:gd name="connsiteY4" fmla="*/ 4910 h 350919"/>
              <a:gd name="connsiteX5" fmla="*/ 2635250 w 6381750"/>
              <a:gd name="connsiteY5" fmla="*/ 100160 h 350919"/>
              <a:gd name="connsiteX6" fmla="*/ 3943350 w 6381750"/>
              <a:gd name="connsiteY6" fmla="*/ 252560 h 350919"/>
              <a:gd name="connsiteX7" fmla="*/ 4648200 w 6381750"/>
              <a:gd name="connsiteY7" fmla="*/ 347810 h 350919"/>
              <a:gd name="connsiteX8" fmla="*/ 5308600 w 6381750"/>
              <a:gd name="connsiteY8" fmla="*/ 138260 h 350919"/>
              <a:gd name="connsiteX9" fmla="*/ 6381750 w 6381750"/>
              <a:gd name="connsiteY9" fmla="*/ 87460 h 350919"/>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84727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908050 w 6381750"/>
              <a:gd name="connsiteY1" fmla="*/ 122827 h 347987"/>
              <a:gd name="connsiteX2" fmla="*/ 1314450 w 6381750"/>
              <a:gd name="connsiteY2" fmla="*/ 249827 h 347987"/>
              <a:gd name="connsiteX3" fmla="*/ 2032000 w 6381750"/>
              <a:gd name="connsiteY3" fmla="*/ 2177 h 347987"/>
              <a:gd name="connsiteX4" fmla="*/ 2876550 w 6381750"/>
              <a:gd name="connsiteY4" fmla="*/ 135527 h 347987"/>
              <a:gd name="connsiteX5" fmla="*/ 3943350 w 6381750"/>
              <a:gd name="connsiteY5" fmla="*/ 249827 h 347987"/>
              <a:gd name="connsiteX6" fmla="*/ 4648200 w 6381750"/>
              <a:gd name="connsiteY6" fmla="*/ 345077 h 347987"/>
              <a:gd name="connsiteX7" fmla="*/ 5308600 w 6381750"/>
              <a:gd name="connsiteY7" fmla="*/ 135527 h 347987"/>
              <a:gd name="connsiteX8" fmla="*/ 6381750 w 6381750"/>
              <a:gd name="connsiteY8" fmla="*/ 143994 h 347987"/>
              <a:gd name="connsiteX0" fmla="*/ 0 w 6381750"/>
              <a:gd name="connsiteY0" fmla="*/ 84727 h 347987"/>
              <a:gd name="connsiteX1" fmla="*/ 1314450 w 6381750"/>
              <a:gd name="connsiteY1" fmla="*/ 249827 h 347987"/>
              <a:gd name="connsiteX2" fmla="*/ 2032000 w 6381750"/>
              <a:gd name="connsiteY2" fmla="*/ 2177 h 347987"/>
              <a:gd name="connsiteX3" fmla="*/ 2876550 w 6381750"/>
              <a:gd name="connsiteY3" fmla="*/ 135527 h 347987"/>
              <a:gd name="connsiteX4" fmla="*/ 3943350 w 6381750"/>
              <a:gd name="connsiteY4" fmla="*/ 249827 h 347987"/>
              <a:gd name="connsiteX5" fmla="*/ 4648200 w 6381750"/>
              <a:gd name="connsiteY5" fmla="*/ 345077 h 347987"/>
              <a:gd name="connsiteX6" fmla="*/ 5308600 w 6381750"/>
              <a:gd name="connsiteY6" fmla="*/ 135527 h 347987"/>
              <a:gd name="connsiteX7" fmla="*/ 6381750 w 6381750"/>
              <a:gd name="connsiteY7" fmla="*/ 143994 h 347987"/>
              <a:gd name="connsiteX0" fmla="*/ 0 w 6381750"/>
              <a:gd name="connsiteY0" fmla="*/ 83224 h 346484"/>
              <a:gd name="connsiteX1" fmla="*/ 2032000 w 6381750"/>
              <a:gd name="connsiteY1" fmla="*/ 674 h 346484"/>
              <a:gd name="connsiteX2" fmla="*/ 2876550 w 6381750"/>
              <a:gd name="connsiteY2" fmla="*/ 134024 h 346484"/>
              <a:gd name="connsiteX3" fmla="*/ 3943350 w 6381750"/>
              <a:gd name="connsiteY3" fmla="*/ 248324 h 346484"/>
              <a:gd name="connsiteX4" fmla="*/ 4648200 w 6381750"/>
              <a:gd name="connsiteY4" fmla="*/ 343574 h 346484"/>
              <a:gd name="connsiteX5" fmla="*/ 5308600 w 6381750"/>
              <a:gd name="connsiteY5" fmla="*/ 134024 h 346484"/>
              <a:gd name="connsiteX6" fmla="*/ 6381750 w 6381750"/>
              <a:gd name="connsiteY6" fmla="*/ 142491 h 346484"/>
              <a:gd name="connsiteX0" fmla="*/ 0 w 6381750"/>
              <a:gd name="connsiteY0" fmla="*/ 0 h 263260"/>
              <a:gd name="connsiteX1" fmla="*/ 2876550 w 6381750"/>
              <a:gd name="connsiteY1" fmla="*/ 50800 h 263260"/>
              <a:gd name="connsiteX2" fmla="*/ 3943350 w 6381750"/>
              <a:gd name="connsiteY2" fmla="*/ 165100 h 263260"/>
              <a:gd name="connsiteX3" fmla="*/ 4648200 w 6381750"/>
              <a:gd name="connsiteY3" fmla="*/ 260350 h 263260"/>
              <a:gd name="connsiteX4" fmla="*/ 5308600 w 6381750"/>
              <a:gd name="connsiteY4" fmla="*/ 50800 h 263260"/>
              <a:gd name="connsiteX5" fmla="*/ 6381750 w 6381750"/>
              <a:gd name="connsiteY5" fmla="*/ 59267 h 263260"/>
              <a:gd name="connsiteX0" fmla="*/ 0 w 6381750"/>
              <a:gd name="connsiteY0" fmla="*/ 0 h 263260"/>
              <a:gd name="connsiteX1" fmla="*/ 3943350 w 6381750"/>
              <a:gd name="connsiteY1" fmla="*/ 165100 h 263260"/>
              <a:gd name="connsiteX2" fmla="*/ 4648200 w 6381750"/>
              <a:gd name="connsiteY2" fmla="*/ 260350 h 263260"/>
              <a:gd name="connsiteX3" fmla="*/ 5308600 w 6381750"/>
              <a:gd name="connsiteY3" fmla="*/ 50800 h 263260"/>
              <a:gd name="connsiteX4" fmla="*/ 6381750 w 6381750"/>
              <a:gd name="connsiteY4" fmla="*/ 59267 h 263260"/>
              <a:gd name="connsiteX0" fmla="*/ 0 w 6381750"/>
              <a:gd name="connsiteY0" fmla="*/ 0 h 260350"/>
              <a:gd name="connsiteX1" fmla="*/ 4648200 w 6381750"/>
              <a:gd name="connsiteY1" fmla="*/ 260350 h 260350"/>
              <a:gd name="connsiteX2" fmla="*/ 5308600 w 6381750"/>
              <a:gd name="connsiteY2" fmla="*/ 50800 h 260350"/>
              <a:gd name="connsiteX3" fmla="*/ 6381750 w 6381750"/>
              <a:gd name="connsiteY3" fmla="*/ 59267 h 260350"/>
              <a:gd name="connsiteX0" fmla="*/ 0 w 6381750"/>
              <a:gd name="connsiteY0" fmla="*/ 0 h 59267"/>
              <a:gd name="connsiteX1" fmla="*/ 5308600 w 6381750"/>
              <a:gd name="connsiteY1" fmla="*/ 50800 h 59267"/>
              <a:gd name="connsiteX2" fmla="*/ 6381750 w 6381750"/>
              <a:gd name="connsiteY2" fmla="*/ 59267 h 59267"/>
              <a:gd name="connsiteX0" fmla="*/ 0 w 6381750"/>
              <a:gd name="connsiteY0" fmla="*/ 0 h 1124584"/>
              <a:gd name="connsiteX1" fmla="*/ 4528057 w 6381750"/>
              <a:gd name="connsiteY1" fmla="*/ 1124584 h 1124584"/>
              <a:gd name="connsiteX2" fmla="*/ 6381750 w 6381750"/>
              <a:gd name="connsiteY2" fmla="*/ 59267 h 1124584"/>
              <a:gd name="connsiteX0" fmla="*/ 0 w 3161177"/>
              <a:gd name="connsiteY0" fmla="*/ 2112889 h 2112889"/>
              <a:gd name="connsiteX1" fmla="*/ 1307484 w 3161177"/>
              <a:gd name="connsiteY1" fmla="*/ 1067394 h 2112889"/>
              <a:gd name="connsiteX2" fmla="*/ 3161177 w 3161177"/>
              <a:gd name="connsiteY2" fmla="*/ 2077 h 2112889"/>
              <a:gd name="connsiteX0" fmla="*/ 0 w 3161177"/>
              <a:gd name="connsiteY0" fmla="*/ 2110812 h 2110812"/>
              <a:gd name="connsiteX1" fmla="*/ 3161177 w 3161177"/>
              <a:gd name="connsiteY1" fmla="*/ 0 h 2110812"/>
              <a:gd name="connsiteX0" fmla="*/ 0 w 1482258"/>
              <a:gd name="connsiteY0" fmla="*/ 903680 h 903680"/>
              <a:gd name="connsiteX1" fmla="*/ 1482258 w 1482258"/>
              <a:gd name="connsiteY1" fmla="*/ 0 h 903680"/>
            </a:gdLst>
            <a:ahLst/>
            <a:cxnLst>
              <a:cxn ang="0">
                <a:pos x="connsiteX0" y="connsiteY0"/>
              </a:cxn>
              <a:cxn ang="0">
                <a:pos x="connsiteX1" y="connsiteY1"/>
              </a:cxn>
            </a:cxnLst>
            <a:rect l="l" t="t" r="r" b="b"/>
            <a:pathLst>
              <a:path w="1482258" h="903680">
                <a:moveTo>
                  <a:pt x="0" y="903680"/>
                </a:moveTo>
                <a:lnTo>
                  <a:pt x="1482258" y="0"/>
                </a:lnTo>
              </a:path>
            </a:pathLst>
          </a:custGeom>
          <a:noFill/>
          <a:ln w="57150">
            <a:solidFill>
              <a:schemeClr val="accent2"/>
            </a:solidFill>
            <a:tailEnd type="triangle"/>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矢印: 右 45">
            <a:extLst>
              <a:ext uri="{FF2B5EF4-FFF2-40B4-BE49-F238E27FC236}">
                <a16:creationId xmlns:a16="http://schemas.microsoft.com/office/drawing/2014/main" id="{466FF7BF-8733-71B2-6B3E-B2EE9F48E24F}"/>
              </a:ext>
            </a:extLst>
          </p:cNvPr>
          <p:cNvSpPr/>
          <p:nvPr userDrawn="1"/>
        </p:nvSpPr>
        <p:spPr>
          <a:xfrm>
            <a:off x="3724405" y="5310395"/>
            <a:ext cx="1797864" cy="1126627"/>
          </a:xfrm>
          <a:custGeom>
            <a:avLst/>
            <a:gdLst>
              <a:gd name="csX0" fmla="*/ 0 w 1797864"/>
              <a:gd name="csY0" fmla="*/ 281657 h 1126627"/>
              <a:gd name="csX1" fmla="*/ 1234551 w 1797864"/>
              <a:gd name="csY1" fmla="*/ 281657 h 1126627"/>
              <a:gd name="csX2" fmla="*/ 1234551 w 1797864"/>
              <a:gd name="csY2" fmla="*/ 0 h 1126627"/>
              <a:gd name="csX3" fmla="*/ 1797864 w 1797864"/>
              <a:gd name="csY3" fmla="*/ 563314 h 1126627"/>
              <a:gd name="csX4" fmla="*/ 1234551 w 1797864"/>
              <a:gd name="csY4" fmla="*/ 1126627 h 1126627"/>
              <a:gd name="csX5" fmla="*/ 1234551 w 1797864"/>
              <a:gd name="csY5" fmla="*/ 844970 h 1126627"/>
              <a:gd name="csX6" fmla="*/ 0 w 1797864"/>
              <a:gd name="csY6" fmla="*/ 844970 h 1126627"/>
              <a:gd name="csX7" fmla="*/ 0 w 1797864"/>
              <a:gd name="csY7" fmla="*/ 281657 h 11266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797864" h="1126627" fill="none" extrusionOk="0">
                <a:moveTo>
                  <a:pt x="0" y="281657"/>
                </a:moveTo>
                <a:cubicBezTo>
                  <a:pt x="441140" y="341876"/>
                  <a:pt x="815292" y="313239"/>
                  <a:pt x="1234551" y="281657"/>
                </a:cubicBezTo>
                <a:cubicBezTo>
                  <a:pt x="1258466" y="194755"/>
                  <a:pt x="1214082" y="130057"/>
                  <a:pt x="1234551" y="0"/>
                </a:cubicBezTo>
                <a:cubicBezTo>
                  <a:pt x="1321461" y="170749"/>
                  <a:pt x="1683272" y="515097"/>
                  <a:pt x="1797864" y="563314"/>
                </a:cubicBezTo>
                <a:cubicBezTo>
                  <a:pt x="1683170" y="648249"/>
                  <a:pt x="1372263" y="1063564"/>
                  <a:pt x="1234551" y="1126627"/>
                </a:cubicBezTo>
                <a:cubicBezTo>
                  <a:pt x="1228919" y="1080683"/>
                  <a:pt x="1223293" y="925170"/>
                  <a:pt x="1234551" y="844970"/>
                </a:cubicBezTo>
                <a:cubicBezTo>
                  <a:pt x="625859" y="796345"/>
                  <a:pt x="503036" y="798970"/>
                  <a:pt x="0" y="844970"/>
                </a:cubicBezTo>
                <a:cubicBezTo>
                  <a:pt x="12149" y="711576"/>
                  <a:pt x="-34350" y="429484"/>
                  <a:pt x="0" y="281657"/>
                </a:cubicBezTo>
                <a:close/>
              </a:path>
              <a:path w="1797864" h="1126627" stroke="0" extrusionOk="0">
                <a:moveTo>
                  <a:pt x="0" y="281657"/>
                </a:moveTo>
                <a:cubicBezTo>
                  <a:pt x="501690" y="291445"/>
                  <a:pt x="664348" y="302673"/>
                  <a:pt x="1234551" y="281657"/>
                </a:cubicBezTo>
                <a:cubicBezTo>
                  <a:pt x="1244995" y="149561"/>
                  <a:pt x="1246456" y="46048"/>
                  <a:pt x="1234551" y="0"/>
                </a:cubicBezTo>
                <a:cubicBezTo>
                  <a:pt x="1416517" y="201720"/>
                  <a:pt x="1516224" y="323140"/>
                  <a:pt x="1797864" y="563314"/>
                </a:cubicBezTo>
                <a:cubicBezTo>
                  <a:pt x="1604474" y="781173"/>
                  <a:pt x="1263864" y="996785"/>
                  <a:pt x="1234551" y="1126627"/>
                </a:cubicBezTo>
                <a:cubicBezTo>
                  <a:pt x="1244859" y="1090226"/>
                  <a:pt x="1246547" y="961132"/>
                  <a:pt x="1234551" y="844970"/>
                </a:cubicBezTo>
                <a:cubicBezTo>
                  <a:pt x="826782" y="735023"/>
                  <a:pt x="170652" y="758181"/>
                  <a:pt x="0" y="844970"/>
                </a:cubicBezTo>
                <a:cubicBezTo>
                  <a:pt x="-923" y="604596"/>
                  <a:pt x="-16096" y="399535"/>
                  <a:pt x="0" y="281657"/>
                </a:cubicBezTo>
                <a:close/>
              </a:path>
            </a:pathLst>
          </a:custGeom>
          <a:solidFill>
            <a:schemeClr val="accent4"/>
          </a:solidFill>
          <a:ln>
            <a:solidFill>
              <a:schemeClr val="accent4"/>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フリーフォーム: 図形 46">
            <a:extLst>
              <a:ext uri="{FF2B5EF4-FFF2-40B4-BE49-F238E27FC236}">
                <a16:creationId xmlns:a16="http://schemas.microsoft.com/office/drawing/2014/main" id="{ACD936A2-EC75-0B60-5056-1BE76B11D5CC}"/>
              </a:ext>
            </a:extLst>
          </p:cNvPr>
          <p:cNvSpPr/>
          <p:nvPr userDrawn="1"/>
        </p:nvSpPr>
        <p:spPr>
          <a:xfrm>
            <a:off x="529301" y="2977937"/>
            <a:ext cx="2457450" cy="553401"/>
          </a:xfrm>
          <a:custGeom>
            <a:avLst/>
            <a:gdLst>
              <a:gd name="connsiteX0" fmla="*/ 0 w 2457450"/>
              <a:gd name="connsiteY0" fmla="*/ 553401 h 553401"/>
              <a:gd name="connsiteX1" fmla="*/ 1066800 w 2457450"/>
              <a:gd name="connsiteY1" fmla="*/ 48576 h 553401"/>
              <a:gd name="connsiteX2" fmla="*/ 2457450 w 2457450"/>
              <a:gd name="connsiteY2" fmla="*/ 48576 h 553401"/>
            </a:gdLst>
            <a:ahLst/>
            <a:cxnLst>
              <a:cxn ang="0">
                <a:pos x="connsiteX0" y="connsiteY0"/>
              </a:cxn>
              <a:cxn ang="0">
                <a:pos x="connsiteX1" y="connsiteY1"/>
              </a:cxn>
              <a:cxn ang="0">
                <a:pos x="connsiteX2" y="connsiteY2"/>
              </a:cxn>
            </a:cxnLst>
            <a:rect l="l" t="t" r="r" b="b"/>
            <a:pathLst>
              <a:path w="2457450" h="553401">
                <a:moveTo>
                  <a:pt x="0" y="553401"/>
                </a:moveTo>
                <a:cubicBezTo>
                  <a:pt x="328612" y="343057"/>
                  <a:pt x="657225" y="132713"/>
                  <a:pt x="1066800" y="48576"/>
                </a:cubicBezTo>
                <a:cubicBezTo>
                  <a:pt x="1476375" y="-35561"/>
                  <a:pt x="1966912" y="6507"/>
                  <a:pt x="2457450" y="48576"/>
                </a:cubicBezTo>
              </a:path>
            </a:pathLst>
          </a:custGeom>
          <a:noFill/>
          <a:ln w="38100">
            <a:solidFill>
              <a:schemeClr val="accent4"/>
            </a:solidFill>
            <a:headEnd type="none" w="med" len="med"/>
            <a:tailEnd type="triangle" w="med" len="med"/>
          </a:ln>
          <a:effectLst>
            <a:glow rad="152400">
              <a:schemeClr val="bg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8" name="グループ化 47">
            <a:extLst>
              <a:ext uri="{FF2B5EF4-FFF2-40B4-BE49-F238E27FC236}">
                <a16:creationId xmlns:a16="http://schemas.microsoft.com/office/drawing/2014/main" id="{9989E7F2-8281-2C60-5704-0FE6C9FCB1ED}"/>
              </a:ext>
            </a:extLst>
          </p:cNvPr>
          <p:cNvGrpSpPr/>
          <p:nvPr userDrawn="1"/>
        </p:nvGrpSpPr>
        <p:grpSpPr>
          <a:xfrm>
            <a:off x="7701975" y="5031844"/>
            <a:ext cx="866523" cy="923145"/>
            <a:chOff x="5897144" y="3284788"/>
            <a:chExt cx="866523" cy="923145"/>
          </a:xfrm>
        </p:grpSpPr>
        <p:sp>
          <p:nvSpPr>
            <p:cNvPr id="49" name="フリーフォーム: 図形 48">
              <a:extLst>
                <a:ext uri="{FF2B5EF4-FFF2-40B4-BE49-F238E27FC236}">
                  <a16:creationId xmlns:a16="http://schemas.microsoft.com/office/drawing/2014/main" id="{546566B1-B6E5-D124-1949-E69F0C70C37B}"/>
                </a:ext>
              </a:extLst>
            </p:cNvPr>
            <p:cNvSpPr/>
            <p:nvPr/>
          </p:nvSpPr>
          <p:spPr>
            <a:xfrm>
              <a:off x="5897698" y="3332166"/>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フリーフォーム: 図形 49">
              <a:extLst>
                <a:ext uri="{FF2B5EF4-FFF2-40B4-BE49-F238E27FC236}">
                  <a16:creationId xmlns:a16="http://schemas.microsoft.com/office/drawing/2014/main" id="{A1AC64BB-628E-5FB9-8AE5-9E24F61AD860}"/>
                </a:ext>
              </a:extLst>
            </p:cNvPr>
            <p:cNvSpPr/>
            <p:nvPr/>
          </p:nvSpPr>
          <p:spPr>
            <a:xfrm rot="4964407">
              <a:off x="5961743" y="3402000"/>
              <a:ext cx="777334" cy="542909"/>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フリーフォーム: 図形 50">
              <a:extLst>
                <a:ext uri="{FF2B5EF4-FFF2-40B4-BE49-F238E27FC236}">
                  <a16:creationId xmlns:a16="http://schemas.microsoft.com/office/drawing/2014/main" id="{B0E863FB-B607-37A6-7ED3-6495D7CF3831}"/>
                </a:ext>
              </a:extLst>
            </p:cNvPr>
            <p:cNvSpPr/>
            <p:nvPr/>
          </p:nvSpPr>
          <p:spPr>
            <a:xfrm rot="8884375">
              <a:off x="5897144" y="3395723"/>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フリーフォーム: 図形 51">
              <a:extLst>
                <a:ext uri="{FF2B5EF4-FFF2-40B4-BE49-F238E27FC236}">
                  <a16:creationId xmlns:a16="http://schemas.microsoft.com/office/drawing/2014/main" id="{466C67EA-2E0E-1C8E-B917-CC651E147C4F}"/>
                </a:ext>
              </a:extLst>
            </p:cNvPr>
            <p:cNvSpPr/>
            <p:nvPr/>
          </p:nvSpPr>
          <p:spPr>
            <a:xfrm rot="12451915">
              <a:off x="5920913" y="3415024"/>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フリーフォーム: 図形 52">
              <a:extLst>
                <a:ext uri="{FF2B5EF4-FFF2-40B4-BE49-F238E27FC236}">
                  <a16:creationId xmlns:a16="http://schemas.microsoft.com/office/drawing/2014/main" id="{164C2256-08F8-9E72-4A9D-E18B6BD10964}"/>
                </a:ext>
              </a:extLst>
            </p:cNvPr>
            <p:cNvSpPr/>
            <p:nvPr/>
          </p:nvSpPr>
          <p:spPr>
            <a:xfrm rot="15479593">
              <a:off x="5960037" y="3712865"/>
              <a:ext cx="777334" cy="212802"/>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419959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カードのレイアウト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E4981D-F3E1-A957-C0E7-47018581307B}"/>
              </a:ext>
            </a:extLst>
          </p:cNvPr>
          <p:cNvSpPr>
            <a:spLocks noGrp="1"/>
          </p:cNvSpPr>
          <p:nvPr>
            <p:ph type="title"/>
          </p:nvPr>
        </p:nvSpPr>
        <p:spPr>
          <a:xfrm>
            <a:off x="838200" y="231697"/>
            <a:ext cx="8268093" cy="457044"/>
          </a:xfrm>
        </p:spPr>
        <p:txBody>
          <a:bodyPr>
            <a:noAutofit/>
          </a:bodyPr>
          <a:lstStyle>
            <a:lvl1pPr>
              <a:defRPr sz="2800">
                <a:solidFill>
                  <a:schemeClr val="bg1"/>
                </a:solidFill>
              </a:defRPr>
            </a:lvl1pPr>
          </a:lstStyle>
          <a:p>
            <a:r>
              <a:rPr kumimoji="1" lang="ja-JP" altLang="en-US"/>
              <a:t>マスター タイトルの書式設定</a:t>
            </a:r>
          </a:p>
        </p:txBody>
      </p:sp>
      <p:sp>
        <p:nvSpPr>
          <p:cNvPr id="6" name="スライド番号プレースホルダー 5">
            <a:extLst>
              <a:ext uri="{FF2B5EF4-FFF2-40B4-BE49-F238E27FC236}">
                <a16:creationId xmlns:a16="http://schemas.microsoft.com/office/drawing/2014/main" id="{1978F53E-4C54-5978-324C-CDA5322A0EDC}"/>
              </a:ext>
            </a:extLst>
          </p:cNvPr>
          <p:cNvSpPr>
            <a:spLocks noGrp="1"/>
          </p:cNvSpPr>
          <p:nvPr>
            <p:ph type="sldNum" sz="quarter" idx="12"/>
          </p:nvPr>
        </p:nvSpPr>
        <p:spPr>
          <a:xfrm>
            <a:off x="11160803" y="277657"/>
            <a:ext cx="838200" cy="365125"/>
          </a:xfrm>
        </p:spPr>
        <p:txBody>
          <a:bodyPr/>
          <a:lstStyle>
            <a:lvl1pPr algn="ctr">
              <a:defRPr sz="1800">
                <a:solidFill>
                  <a:schemeClr val="bg1"/>
                </a:solidFill>
              </a:defRPr>
            </a:lvl1pPr>
          </a:lstStyle>
          <a:p>
            <a:fld id="{8D1BC46D-89B1-41A3-BBA1-F56BEABD0A90}" type="slidenum">
              <a:rPr lang="ja-JP" altLang="en-US" smtClean="0"/>
              <a:pPr/>
              <a:t>‹#›</a:t>
            </a:fld>
            <a:endParaRPr lang="ja-JP" altLang="en-US"/>
          </a:p>
        </p:txBody>
      </p:sp>
      <p:sp>
        <p:nvSpPr>
          <p:cNvPr id="37" name="タイトル 1">
            <a:extLst>
              <a:ext uri="{FF2B5EF4-FFF2-40B4-BE49-F238E27FC236}">
                <a16:creationId xmlns:a16="http://schemas.microsoft.com/office/drawing/2014/main" id="{78D1D0CB-61DB-45CF-BB98-F64E5CFFD78E}"/>
              </a:ext>
            </a:extLst>
          </p:cNvPr>
          <p:cNvSpPr txBox="1">
            <a:spLocks/>
          </p:cNvSpPr>
          <p:nvPr userDrawn="1"/>
        </p:nvSpPr>
        <p:spPr>
          <a:xfrm>
            <a:off x="558799" y="1015999"/>
            <a:ext cx="11357897" cy="938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3600"/>
              <a:t>３つあることが一目でわかる</a:t>
            </a:r>
          </a:p>
        </p:txBody>
      </p:sp>
      <p:sp>
        <p:nvSpPr>
          <p:cNvPr id="38" name="正方形/長方形 37">
            <a:extLst>
              <a:ext uri="{FF2B5EF4-FFF2-40B4-BE49-F238E27FC236}">
                <a16:creationId xmlns:a16="http://schemas.microsoft.com/office/drawing/2014/main" id="{AC27BEE4-F578-4B7C-3107-334C7F6DE565}"/>
              </a:ext>
            </a:extLst>
          </p:cNvPr>
          <p:cNvSpPr/>
          <p:nvPr userDrawn="1"/>
        </p:nvSpPr>
        <p:spPr>
          <a:xfrm>
            <a:off x="471271" y="199451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a:extLst>
              <a:ext uri="{FF2B5EF4-FFF2-40B4-BE49-F238E27FC236}">
                <a16:creationId xmlns:a16="http://schemas.microsoft.com/office/drawing/2014/main" id="{808B8C45-A79B-D0B5-1666-28B3A1E2AACE}"/>
              </a:ext>
            </a:extLst>
          </p:cNvPr>
          <p:cNvSpPr/>
          <p:nvPr userDrawn="1"/>
        </p:nvSpPr>
        <p:spPr>
          <a:xfrm>
            <a:off x="4314710" y="198778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正方形/長方形 39">
            <a:extLst>
              <a:ext uri="{FF2B5EF4-FFF2-40B4-BE49-F238E27FC236}">
                <a16:creationId xmlns:a16="http://schemas.microsoft.com/office/drawing/2014/main" id="{FB43B874-BAC5-6431-CF18-9FD1255EF69C}"/>
              </a:ext>
            </a:extLst>
          </p:cNvPr>
          <p:cNvSpPr/>
          <p:nvPr userDrawn="1"/>
        </p:nvSpPr>
        <p:spPr>
          <a:xfrm>
            <a:off x="8131938" y="199451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B1BED511-DC1C-FCFC-05B2-2705A5A5A674}"/>
              </a:ext>
            </a:extLst>
          </p:cNvPr>
          <p:cNvSpPr txBox="1"/>
          <p:nvPr userDrawn="1"/>
        </p:nvSpPr>
        <p:spPr>
          <a:xfrm>
            <a:off x="531259" y="2006597"/>
            <a:ext cx="954107" cy="369332"/>
          </a:xfrm>
          <a:prstGeom prst="rect">
            <a:avLst/>
          </a:prstGeom>
          <a:noFill/>
        </p:spPr>
        <p:txBody>
          <a:bodyPr wrap="none" rtlCol="0">
            <a:spAutoFit/>
          </a:bodyPr>
          <a:lstStyle/>
          <a:p>
            <a:r>
              <a:rPr lang="ja-JP" altLang="en-US" sz="1400" b="1">
                <a:solidFill>
                  <a:schemeClr val="tx2"/>
                </a:solidFill>
                <a:latin typeface="Noto Sans JP" panose="020B0200000000000000" pitchFamily="50" charset="-128"/>
                <a:ea typeface="Noto Sans JP" panose="020B0200000000000000" pitchFamily="50" charset="-128"/>
              </a:rPr>
              <a:t>カード</a:t>
            </a:r>
            <a:r>
              <a:rPr kumimoji="1" lang="ja-JP" altLang="en-US" b="1">
                <a:solidFill>
                  <a:schemeClr val="tx2"/>
                </a:solidFill>
                <a:latin typeface="Noto Sans JP" panose="020B0200000000000000" pitchFamily="50" charset="-128"/>
                <a:ea typeface="Noto Sans JP" panose="020B0200000000000000" pitchFamily="50" charset="-128"/>
              </a:rPr>
              <a:t>①</a:t>
            </a:r>
          </a:p>
        </p:txBody>
      </p:sp>
      <p:sp>
        <p:nvSpPr>
          <p:cNvPr id="42" name="テキスト ボックス 41">
            <a:extLst>
              <a:ext uri="{FF2B5EF4-FFF2-40B4-BE49-F238E27FC236}">
                <a16:creationId xmlns:a16="http://schemas.microsoft.com/office/drawing/2014/main" id="{4A118B43-1FF6-D4DB-0FA5-0D223AB8EB77}"/>
              </a:ext>
            </a:extLst>
          </p:cNvPr>
          <p:cNvSpPr txBox="1"/>
          <p:nvPr userDrawn="1"/>
        </p:nvSpPr>
        <p:spPr>
          <a:xfrm>
            <a:off x="4358102" y="2003704"/>
            <a:ext cx="954107" cy="369332"/>
          </a:xfrm>
          <a:prstGeom prst="rect">
            <a:avLst/>
          </a:prstGeom>
          <a:noFill/>
        </p:spPr>
        <p:txBody>
          <a:bodyPr wrap="none" rtlCol="0">
            <a:spAutoFit/>
          </a:bodyPr>
          <a:lstStyle/>
          <a:p>
            <a:r>
              <a:rPr kumimoji="1" lang="ja-JP" altLang="en-US" sz="1400" b="1">
                <a:solidFill>
                  <a:schemeClr val="tx2"/>
                </a:solidFill>
                <a:latin typeface="Noto Sans JP" panose="020B0200000000000000" pitchFamily="50" charset="-128"/>
                <a:ea typeface="Noto Sans JP" panose="020B0200000000000000" pitchFamily="50" charset="-128"/>
              </a:rPr>
              <a:t>カード</a:t>
            </a:r>
            <a:r>
              <a:rPr kumimoji="1" lang="ja-JP" altLang="en-US" b="1">
                <a:solidFill>
                  <a:schemeClr val="tx2"/>
                </a:solidFill>
                <a:latin typeface="Noto Sans JP" panose="020B0200000000000000" pitchFamily="50" charset="-128"/>
                <a:ea typeface="Noto Sans JP" panose="020B0200000000000000" pitchFamily="50" charset="-128"/>
              </a:rPr>
              <a:t>②</a:t>
            </a:r>
          </a:p>
        </p:txBody>
      </p:sp>
      <p:sp>
        <p:nvSpPr>
          <p:cNvPr id="43" name="テキスト ボックス 42">
            <a:extLst>
              <a:ext uri="{FF2B5EF4-FFF2-40B4-BE49-F238E27FC236}">
                <a16:creationId xmlns:a16="http://schemas.microsoft.com/office/drawing/2014/main" id="{80115C9B-AF94-3AA9-D4B1-273F756A8021}"/>
              </a:ext>
            </a:extLst>
          </p:cNvPr>
          <p:cNvSpPr txBox="1"/>
          <p:nvPr userDrawn="1"/>
        </p:nvSpPr>
        <p:spPr>
          <a:xfrm>
            <a:off x="479700" y="2280372"/>
            <a:ext cx="2698175" cy="523220"/>
          </a:xfrm>
          <a:prstGeom prst="rect">
            <a:avLst/>
          </a:prstGeom>
          <a:noFill/>
        </p:spPr>
        <p:txBody>
          <a:bodyPr wrap="none" rtlCol="0">
            <a:spAutoFit/>
          </a:bodyPr>
          <a:lstStyle/>
          <a:p>
            <a:r>
              <a:rPr kumimoji="1" lang="ja-JP" altLang="en-US" sz="2800" b="1">
                <a:solidFill>
                  <a:schemeClr val="accent4"/>
                </a:solidFill>
                <a:latin typeface="Noto Sans JP" panose="020B0200000000000000" pitchFamily="50" charset="-128"/>
                <a:ea typeface="Noto Sans JP" panose="020B0200000000000000" pitchFamily="50" charset="-128"/>
              </a:rPr>
              <a:t>カードの見出し</a:t>
            </a:r>
          </a:p>
        </p:txBody>
      </p:sp>
      <p:sp>
        <p:nvSpPr>
          <p:cNvPr id="44" name="テキスト ボックス 43">
            <a:extLst>
              <a:ext uri="{FF2B5EF4-FFF2-40B4-BE49-F238E27FC236}">
                <a16:creationId xmlns:a16="http://schemas.microsoft.com/office/drawing/2014/main" id="{7ABBAA0E-0A58-311E-1871-5F14AC74BC0E}"/>
              </a:ext>
            </a:extLst>
          </p:cNvPr>
          <p:cNvSpPr txBox="1"/>
          <p:nvPr userDrawn="1"/>
        </p:nvSpPr>
        <p:spPr>
          <a:xfrm>
            <a:off x="4333110" y="2280372"/>
            <a:ext cx="2698175" cy="523220"/>
          </a:xfrm>
          <a:prstGeom prst="rect">
            <a:avLst/>
          </a:prstGeom>
          <a:noFill/>
        </p:spPr>
        <p:txBody>
          <a:bodyPr wrap="none" rtlCol="0">
            <a:spAutoFit/>
          </a:bodyPr>
          <a:lstStyle/>
          <a:p>
            <a:r>
              <a:rPr lang="ja-JP" altLang="en-US" sz="2800" b="1">
                <a:solidFill>
                  <a:schemeClr val="accent4"/>
                </a:solidFill>
                <a:latin typeface="Noto Sans JP" panose="020B0200000000000000" pitchFamily="50" charset="-128"/>
                <a:ea typeface="Noto Sans JP" panose="020B0200000000000000" pitchFamily="50" charset="-128"/>
              </a:rPr>
              <a:t>カードの見出し</a:t>
            </a:r>
            <a:endParaRPr kumimoji="1" lang="ja-JP" altLang="en-US" sz="2800" b="1">
              <a:solidFill>
                <a:schemeClr val="accent4"/>
              </a:solidFill>
              <a:latin typeface="Noto Sans JP" panose="020B0200000000000000" pitchFamily="50" charset="-128"/>
              <a:ea typeface="Noto Sans JP" panose="020B0200000000000000" pitchFamily="50" charset="-128"/>
            </a:endParaRPr>
          </a:p>
        </p:txBody>
      </p:sp>
      <p:sp>
        <p:nvSpPr>
          <p:cNvPr id="45" name="テキスト ボックス 44">
            <a:extLst>
              <a:ext uri="{FF2B5EF4-FFF2-40B4-BE49-F238E27FC236}">
                <a16:creationId xmlns:a16="http://schemas.microsoft.com/office/drawing/2014/main" id="{B64BFFD4-2363-328C-748D-22810C993372}"/>
              </a:ext>
            </a:extLst>
          </p:cNvPr>
          <p:cNvSpPr txBox="1"/>
          <p:nvPr userDrawn="1"/>
        </p:nvSpPr>
        <p:spPr>
          <a:xfrm>
            <a:off x="8202685" y="2003704"/>
            <a:ext cx="954107" cy="369332"/>
          </a:xfrm>
          <a:prstGeom prst="rect">
            <a:avLst/>
          </a:prstGeom>
          <a:noFill/>
        </p:spPr>
        <p:txBody>
          <a:bodyPr wrap="none" rtlCol="0">
            <a:spAutoFit/>
          </a:bodyPr>
          <a:lstStyle/>
          <a:p>
            <a:r>
              <a:rPr lang="ja-JP" altLang="en-US" sz="1400" b="1">
                <a:solidFill>
                  <a:schemeClr val="tx2"/>
                </a:solidFill>
                <a:latin typeface="Noto Sans JP" panose="020B0200000000000000" pitchFamily="50" charset="-128"/>
                <a:ea typeface="Noto Sans JP" panose="020B0200000000000000" pitchFamily="50" charset="-128"/>
              </a:rPr>
              <a:t>カード</a:t>
            </a:r>
            <a:r>
              <a:rPr kumimoji="1" lang="ja-JP" altLang="en-US" b="1">
                <a:solidFill>
                  <a:schemeClr val="tx2"/>
                </a:solidFill>
                <a:latin typeface="Noto Sans JP" panose="020B0200000000000000" pitchFamily="50" charset="-128"/>
                <a:ea typeface="Noto Sans JP" panose="020B0200000000000000" pitchFamily="50" charset="-128"/>
              </a:rPr>
              <a:t>③</a:t>
            </a:r>
          </a:p>
        </p:txBody>
      </p:sp>
      <p:sp>
        <p:nvSpPr>
          <p:cNvPr id="46" name="テキスト ボックス 45">
            <a:extLst>
              <a:ext uri="{FF2B5EF4-FFF2-40B4-BE49-F238E27FC236}">
                <a16:creationId xmlns:a16="http://schemas.microsoft.com/office/drawing/2014/main" id="{129EFF9C-1D18-9203-835C-2566597BDF4A}"/>
              </a:ext>
            </a:extLst>
          </p:cNvPr>
          <p:cNvSpPr txBox="1"/>
          <p:nvPr userDrawn="1"/>
        </p:nvSpPr>
        <p:spPr>
          <a:xfrm>
            <a:off x="8148196" y="2280372"/>
            <a:ext cx="2698175" cy="523220"/>
          </a:xfrm>
          <a:prstGeom prst="rect">
            <a:avLst/>
          </a:prstGeom>
          <a:noFill/>
        </p:spPr>
        <p:txBody>
          <a:bodyPr wrap="none" rtlCol="0">
            <a:spAutoFit/>
          </a:bodyPr>
          <a:lstStyle/>
          <a:p>
            <a:r>
              <a:rPr kumimoji="1" lang="ja-JP" altLang="en-US" sz="2800" b="1">
                <a:solidFill>
                  <a:schemeClr val="accent4"/>
                </a:solidFill>
                <a:latin typeface="Noto Sans JP" panose="020B0200000000000000" pitchFamily="50" charset="-128"/>
                <a:ea typeface="Noto Sans JP" panose="020B0200000000000000" pitchFamily="50" charset="-128"/>
              </a:rPr>
              <a:t>カードの見出し</a:t>
            </a:r>
          </a:p>
        </p:txBody>
      </p:sp>
    </p:spTree>
    <p:extLst>
      <p:ext uri="{BB962C8B-B14F-4D97-AF65-F5344CB8AC3E}">
        <p14:creationId xmlns:p14="http://schemas.microsoft.com/office/powerpoint/2010/main" val="3456088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カードのレイアウト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E4981D-F3E1-A957-C0E7-47018581307B}"/>
              </a:ext>
            </a:extLst>
          </p:cNvPr>
          <p:cNvSpPr>
            <a:spLocks noGrp="1"/>
          </p:cNvSpPr>
          <p:nvPr>
            <p:ph type="title"/>
          </p:nvPr>
        </p:nvSpPr>
        <p:spPr>
          <a:xfrm>
            <a:off x="838200" y="231697"/>
            <a:ext cx="8268093" cy="457044"/>
          </a:xfrm>
        </p:spPr>
        <p:txBody>
          <a:bodyPr>
            <a:noAutofit/>
          </a:bodyPr>
          <a:lstStyle>
            <a:lvl1pPr>
              <a:defRPr sz="2800">
                <a:solidFill>
                  <a:schemeClr val="bg1"/>
                </a:solidFill>
              </a:defRPr>
            </a:lvl1pPr>
          </a:lstStyle>
          <a:p>
            <a:r>
              <a:rPr kumimoji="1" lang="ja-JP" altLang="en-US"/>
              <a:t>マスター タイトルの書式設定</a:t>
            </a:r>
          </a:p>
        </p:txBody>
      </p:sp>
      <p:sp>
        <p:nvSpPr>
          <p:cNvPr id="6" name="スライド番号プレースホルダー 5">
            <a:extLst>
              <a:ext uri="{FF2B5EF4-FFF2-40B4-BE49-F238E27FC236}">
                <a16:creationId xmlns:a16="http://schemas.microsoft.com/office/drawing/2014/main" id="{1978F53E-4C54-5978-324C-CDA5322A0EDC}"/>
              </a:ext>
            </a:extLst>
          </p:cNvPr>
          <p:cNvSpPr>
            <a:spLocks noGrp="1"/>
          </p:cNvSpPr>
          <p:nvPr>
            <p:ph type="sldNum" sz="quarter" idx="12"/>
          </p:nvPr>
        </p:nvSpPr>
        <p:spPr>
          <a:xfrm>
            <a:off x="11160803" y="277657"/>
            <a:ext cx="838200" cy="365125"/>
          </a:xfrm>
        </p:spPr>
        <p:txBody>
          <a:bodyPr/>
          <a:lstStyle>
            <a:lvl1pPr algn="ctr">
              <a:defRPr sz="1800">
                <a:solidFill>
                  <a:schemeClr val="bg1"/>
                </a:solidFill>
              </a:defRPr>
            </a:lvl1pPr>
          </a:lstStyle>
          <a:p>
            <a:fld id="{8D1BC46D-89B1-41A3-BBA1-F56BEABD0A90}" type="slidenum">
              <a:rPr lang="ja-JP" altLang="en-US" smtClean="0"/>
              <a:pPr/>
              <a:t>‹#›</a:t>
            </a:fld>
            <a:endParaRPr lang="ja-JP" altLang="en-US"/>
          </a:p>
        </p:txBody>
      </p:sp>
      <p:sp>
        <p:nvSpPr>
          <p:cNvPr id="3" name="タイトル 1">
            <a:extLst>
              <a:ext uri="{FF2B5EF4-FFF2-40B4-BE49-F238E27FC236}">
                <a16:creationId xmlns:a16="http://schemas.microsoft.com/office/drawing/2014/main" id="{C22FC225-899F-8655-F094-A5DA76C5F319}"/>
              </a:ext>
            </a:extLst>
          </p:cNvPr>
          <p:cNvSpPr txBox="1">
            <a:spLocks/>
          </p:cNvSpPr>
          <p:nvPr userDrawn="1"/>
        </p:nvSpPr>
        <p:spPr>
          <a:xfrm>
            <a:off x="558799" y="1015999"/>
            <a:ext cx="11357897" cy="938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3600"/>
              <a:t>順序関係がある場合は並列よりこちらが良い</a:t>
            </a:r>
          </a:p>
        </p:txBody>
      </p:sp>
      <p:sp>
        <p:nvSpPr>
          <p:cNvPr id="24" name="正方形/長方形 23">
            <a:extLst>
              <a:ext uri="{FF2B5EF4-FFF2-40B4-BE49-F238E27FC236}">
                <a16:creationId xmlns:a16="http://schemas.microsoft.com/office/drawing/2014/main" id="{07538261-C2D1-41CB-7CB2-9A50D54FF18B}"/>
              </a:ext>
            </a:extLst>
          </p:cNvPr>
          <p:cNvSpPr/>
          <p:nvPr userDrawn="1"/>
        </p:nvSpPr>
        <p:spPr>
          <a:xfrm>
            <a:off x="471270" y="1994510"/>
            <a:ext cx="4333735" cy="3452668"/>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BA6D927B-2C58-B14D-DE82-20F5194DECDF}"/>
              </a:ext>
            </a:extLst>
          </p:cNvPr>
          <p:cNvSpPr/>
          <p:nvPr userDrawn="1"/>
        </p:nvSpPr>
        <p:spPr>
          <a:xfrm>
            <a:off x="3975496" y="2474477"/>
            <a:ext cx="4333735" cy="3461104"/>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D381E739-ED67-A5CF-172A-CAFDCB26D371}"/>
              </a:ext>
            </a:extLst>
          </p:cNvPr>
          <p:cNvSpPr/>
          <p:nvPr userDrawn="1"/>
        </p:nvSpPr>
        <p:spPr>
          <a:xfrm>
            <a:off x="7479722" y="2962880"/>
            <a:ext cx="4333735" cy="3461104"/>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6051F105-CFB9-7D59-7C57-E5A120588A65}"/>
              </a:ext>
            </a:extLst>
          </p:cNvPr>
          <p:cNvSpPr txBox="1"/>
          <p:nvPr userDrawn="1"/>
        </p:nvSpPr>
        <p:spPr>
          <a:xfrm>
            <a:off x="531259" y="2006597"/>
            <a:ext cx="954107" cy="369332"/>
          </a:xfrm>
          <a:prstGeom prst="rect">
            <a:avLst/>
          </a:prstGeom>
          <a:noFill/>
        </p:spPr>
        <p:txBody>
          <a:bodyPr wrap="none" rtlCol="0">
            <a:spAutoFit/>
          </a:bodyPr>
          <a:lstStyle/>
          <a:p>
            <a:r>
              <a:rPr lang="ja-JP" altLang="en-US" sz="1400" b="1">
                <a:solidFill>
                  <a:schemeClr val="tx2"/>
                </a:solidFill>
                <a:latin typeface="Noto Sans JP" panose="020B0200000000000000" pitchFamily="50" charset="-128"/>
                <a:ea typeface="Noto Sans JP" panose="020B0200000000000000" pitchFamily="50" charset="-128"/>
              </a:rPr>
              <a:t>カード</a:t>
            </a:r>
            <a:r>
              <a:rPr kumimoji="1" lang="ja-JP" altLang="en-US" b="1">
                <a:solidFill>
                  <a:schemeClr val="tx2"/>
                </a:solidFill>
                <a:latin typeface="Noto Sans JP" panose="020B0200000000000000" pitchFamily="50" charset="-128"/>
                <a:ea typeface="Noto Sans JP" panose="020B0200000000000000" pitchFamily="50" charset="-128"/>
              </a:rPr>
              <a:t>①</a:t>
            </a:r>
          </a:p>
        </p:txBody>
      </p:sp>
      <p:sp>
        <p:nvSpPr>
          <p:cNvPr id="28" name="テキスト ボックス 27">
            <a:extLst>
              <a:ext uri="{FF2B5EF4-FFF2-40B4-BE49-F238E27FC236}">
                <a16:creationId xmlns:a16="http://schemas.microsoft.com/office/drawing/2014/main" id="{737E1505-E7CC-1E79-F363-428D88E12465}"/>
              </a:ext>
            </a:extLst>
          </p:cNvPr>
          <p:cNvSpPr txBox="1"/>
          <p:nvPr userDrawn="1"/>
        </p:nvSpPr>
        <p:spPr>
          <a:xfrm>
            <a:off x="4018889" y="2490401"/>
            <a:ext cx="954107" cy="369332"/>
          </a:xfrm>
          <a:prstGeom prst="rect">
            <a:avLst/>
          </a:prstGeom>
          <a:noFill/>
        </p:spPr>
        <p:txBody>
          <a:bodyPr wrap="none" rtlCol="0">
            <a:spAutoFit/>
          </a:bodyPr>
          <a:lstStyle/>
          <a:p>
            <a:r>
              <a:rPr kumimoji="1" lang="ja-JP" altLang="en-US" sz="1400" b="1">
                <a:solidFill>
                  <a:schemeClr val="tx2"/>
                </a:solidFill>
                <a:latin typeface="Noto Sans JP" panose="020B0200000000000000" pitchFamily="50" charset="-128"/>
                <a:ea typeface="Noto Sans JP" panose="020B0200000000000000" pitchFamily="50" charset="-128"/>
              </a:rPr>
              <a:t>カード</a:t>
            </a:r>
            <a:r>
              <a:rPr kumimoji="1" lang="ja-JP" altLang="en-US" b="1">
                <a:solidFill>
                  <a:schemeClr val="tx2"/>
                </a:solidFill>
                <a:latin typeface="Noto Sans JP" panose="020B0200000000000000" pitchFamily="50" charset="-128"/>
                <a:ea typeface="Noto Sans JP" panose="020B0200000000000000" pitchFamily="50" charset="-128"/>
              </a:rPr>
              <a:t>②</a:t>
            </a:r>
          </a:p>
        </p:txBody>
      </p:sp>
      <p:sp>
        <p:nvSpPr>
          <p:cNvPr id="29" name="テキスト ボックス 28">
            <a:extLst>
              <a:ext uri="{FF2B5EF4-FFF2-40B4-BE49-F238E27FC236}">
                <a16:creationId xmlns:a16="http://schemas.microsoft.com/office/drawing/2014/main" id="{A3A02162-4BC1-6C66-A647-B86BAEAAFB93}"/>
              </a:ext>
            </a:extLst>
          </p:cNvPr>
          <p:cNvSpPr txBox="1"/>
          <p:nvPr userDrawn="1"/>
        </p:nvSpPr>
        <p:spPr>
          <a:xfrm>
            <a:off x="479700" y="2280372"/>
            <a:ext cx="2698175" cy="523220"/>
          </a:xfrm>
          <a:prstGeom prst="rect">
            <a:avLst/>
          </a:prstGeom>
          <a:noFill/>
        </p:spPr>
        <p:txBody>
          <a:bodyPr wrap="none" rtlCol="0">
            <a:spAutoFit/>
          </a:bodyPr>
          <a:lstStyle/>
          <a:p>
            <a:r>
              <a:rPr kumimoji="1" lang="ja-JP" altLang="en-US" sz="2800" b="1">
                <a:solidFill>
                  <a:schemeClr val="accent4"/>
                </a:solidFill>
                <a:latin typeface="Noto Sans JP" panose="020B0200000000000000" pitchFamily="50" charset="-128"/>
                <a:ea typeface="Noto Sans JP" panose="020B0200000000000000" pitchFamily="50" charset="-128"/>
              </a:rPr>
              <a:t>カードの見出し</a:t>
            </a:r>
          </a:p>
        </p:txBody>
      </p:sp>
      <p:sp>
        <p:nvSpPr>
          <p:cNvPr id="30" name="テキスト ボックス 29">
            <a:extLst>
              <a:ext uri="{FF2B5EF4-FFF2-40B4-BE49-F238E27FC236}">
                <a16:creationId xmlns:a16="http://schemas.microsoft.com/office/drawing/2014/main" id="{0608C1CF-9A0F-C625-8488-F744B8270D3A}"/>
              </a:ext>
            </a:extLst>
          </p:cNvPr>
          <p:cNvSpPr txBox="1"/>
          <p:nvPr userDrawn="1"/>
        </p:nvSpPr>
        <p:spPr>
          <a:xfrm>
            <a:off x="3993897" y="2767069"/>
            <a:ext cx="2698175" cy="523220"/>
          </a:xfrm>
          <a:prstGeom prst="rect">
            <a:avLst/>
          </a:prstGeom>
          <a:noFill/>
        </p:spPr>
        <p:txBody>
          <a:bodyPr wrap="none" rtlCol="0">
            <a:spAutoFit/>
          </a:bodyPr>
          <a:lstStyle/>
          <a:p>
            <a:r>
              <a:rPr lang="ja-JP" altLang="en-US" sz="2800" b="1">
                <a:solidFill>
                  <a:schemeClr val="accent4"/>
                </a:solidFill>
                <a:latin typeface="Noto Sans JP" panose="020B0200000000000000" pitchFamily="50" charset="-128"/>
                <a:ea typeface="Noto Sans JP" panose="020B0200000000000000" pitchFamily="50" charset="-128"/>
              </a:rPr>
              <a:t>カードの見出し</a:t>
            </a:r>
            <a:endParaRPr kumimoji="1" lang="ja-JP" altLang="en-US" sz="2800" b="1">
              <a:solidFill>
                <a:schemeClr val="accent4"/>
              </a:solidFill>
              <a:latin typeface="Noto Sans JP" panose="020B0200000000000000" pitchFamily="50" charset="-128"/>
              <a:ea typeface="Noto Sans JP" panose="020B0200000000000000" pitchFamily="50" charset="-128"/>
            </a:endParaRPr>
          </a:p>
        </p:txBody>
      </p:sp>
      <p:sp>
        <p:nvSpPr>
          <p:cNvPr id="31" name="テキスト ボックス 30">
            <a:extLst>
              <a:ext uri="{FF2B5EF4-FFF2-40B4-BE49-F238E27FC236}">
                <a16:creationId xmlns:a16="http://schemas.microsoft.com/office/drawing/2014/main" id="{33188FAD-324B-429C-F93C-6CC1707BC00B}"/>
              </a:ext>
            </a:extLst>
          </p:cNvPr>
          <p:cNvSpPr txBox="1"/>
          <p:nvPr userDrawn="1"/>
        </p:nvSpPr>
        <p:spPr>
          <a:xfrm>
            <a:off x="7550470" y="2972074"/>
            <a:ext cx="954107" cy="369332"/>
          </a:xfrm>
          <a:prstGeom prst="rect">
            <a:avLst/>
          </a:prstGeom>
          <a:noFill/>
        </p:spPr>
        <p:txBody>
          <a:bodyPr wrap="none" rtlCol="0">
            <a:spAutoFit/>
          </a:bodyPr>
          <a:lstStyle/>
          <a:p>
            <a:r>
              <a:rPr lang="ja-JP" altLang="en-US" sz="1400" b="1">
                <a:solidFill>
                  <a:schemeClr val="tx2"/>
                </a:solidFill>
                <a:latin typeface="Noto Sans JP" panose="020B0200000000000000" pitchFamily="50" charset="-128"/>
                <a:ea typeface="Noto Sans JP" panose="020B0200000000000000" pitchFamily="50" charset="-128"/>
              </a:rPr>
              <a:t>カード</a:t>
            </a:r>
            <a:r>
              <a:rPr kumimoji="1" lang="ja-JP" altLang="en-US" b="1">
                <a:solidFill>
                  <a:schemeClr val="tx2"/>
                </a:solidFill>
                <a:latin typeface="Noto Sans JP" panose="020B0200000000000000" pitchFamily="50" charset="-128"/>
                <a:ea typeface="Noto Sans JP" panose="020B0200000000000000" pitchFamily="50" charset="-128"/>
              </a:rPr>
              <a:t>③</a:t>
            </a:r>
          </a:p>
        </p:txBody>
      </p:sp>
      <p:sp>
        <p:nvSpPr>
          <p:cNvPr id="32" name="テキスト ボックス 31">
            <a:extLst>
              <a:ext uri="{FF2B5EF4-FFF2-40B4-BE49-F238E27FC236}">
                <a16:creationId xmlns:a16="http://schemas.microsoft.com/office/drawing/2014/main" id="{CA857E29-7B48-8460-240E-D71974A4AE83}"/>
              </a:ext>
            </a:extLst>
          </p:cNvPr>
          <p:cNvSpPr txBox="1"/>
          <p:nvPr userDrawn="1"/>
        </p:nvSpPr>
        <p:spPr>
          <a:xfrm>
            <a:off x="7495981" y="3248742"/>
            <a:ext cx="2698175" cy="523220"/>
          </a:xfrm>
          <a:prstGeom prst="rect">
            <a:avLst/>
          </a:prstGeom>
          <a:noFill/>
        </p:spPr>
        <p:txBody>
          <a:bodyPr wrap="none" rtlCol="0">
            <a:spAutoFit/>
          </a:bodyPr>
          <a:lstStyle/>
          <a:p>
            <a:r>
              <a:rPr kumimoji="1" lang="ja-JP" altLang="en-US" sz="2800" b="1">
                <a:solidFill>
                  <a:schemeClr val="accent4"/>
                </a:solidFill>
                <a:latin typeface="Noto Sans JP" panose="020B0200000000000000" pitchFamily="50" charset="-128"/>
                <a:ea typeface="Noto Sans JP" panose="020B0200000000000000" pitchFamily="50" charset="-128"/>
              </a:rPr>
              <a:t>カードの見出し</a:t>
            </a:r>
          </a:p>
        </p:txBody>
      </p:sp>
      <p:grpSp>
        <p:nvGrpSpPr>
          <p:cNvPr id="33" name="グループ化 32">
            <a:extLst>
              <a:ext uri="{FF2B5EF4-FFF2-40B4-BE49-F238E27FC236}">
                <a16:creationId xmlns:a16="http://schemas.microsoft.com/office/drawing/2014/main" id="{2427427D-6735-FCE0-2D3E-02AA51E0A977}"/>
              </a:ext>
            </a:extLst>
          </p:cNvPr>
          <p:cNvGrpSpPr/>
          <p:nvPr userDrawn="1"/>
        </p:nvGrpSpPr>
        <p:grpSpPr>
          <a:xfrm rot="19356426" flipV="1">
            <a:off x="4678821" y="1901851"/>
            <a:ext cx="638334" cy="948153"/>
            <a:chOff x="2664127" y="3374455"/>
            <a:chExt cx="1201975" cy="1567649"/>
          </a:xfrm>
        </p:grpSpPr>
        <p:sp>
          <p:nvSpPr>
            <p:cNvPr id="34" name="二等辺三角形 33">
              <a:extLst>
                <a:ext uri="{FF2B5EF4-FFF2-40B4-BE49-F238E27FC236}">
                  <a16:creationId xmlns:a16="http://schemas.microsoft.com/office/drawing/2014/main" id="{57EAC28B-725F-4422-230A-22EFFCEC4DAB}"/>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フリーフォーム: 図形 34">
              <a:extLst>
                <a:ext uri="{FF2B5EF4-FFF2-40B4-BE49-F238E27FC236}">
                  <a16:creationId xmlns:a16="http://schemas.microsoft.com/office/drawing/2014/main" id="{7331F186-5625-89D0-93F2-A2EAFFA274F0}"/>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6" name="グループ化 35">
            <a:extLst>
              <a:ext uri="{FF2B5EF4-FFF2-40B4-BE49-F238E27FC236}">
                <a16:creationId xmlns:a16="http://schemas.microsoft.com/office/drawing/2014/main" id="{666428B1-0E40-4B84-C5D4-9BD652D21B99}"/>
              </a:ext>
            </a:extLst>
          </p:cNvPr>
          <p:cNvGrpSpPr/>
          <p:nvPr userDrawn="1"/>
        </p:nvGrpSpPr>
        <p:grpSpPr>
          <a:xfrm rot="19356426" flipV="1">
            <a:off x="8176087" y="2353531"/>
            <a:ext cx="638334" cy="948153"/>
            <a:chOff x="2664127" y="3374455"/>
            <a:chExt cx="1201975" cy="1567649"/>
          </a:xfrm>
        </p:grpSpPr>
        <p:sp>
          <p:nvSpPr>
            <p:cNvPr id="37" name="二等辺三角形 36">
              <a:extLst>
                <a:ext uri="{FF2B5EF4-FFF2-40B4-BE49-F238E27FC236}">
                  <a16:creationId xmlns:a16="http://schemas.microsoft.com/office/drawing/2014/main" id="{634E3423-964F-1F31-158A-0BA79770C690}"/>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フリーフォーム: 図形 37">
              <a:extLst>
                <a:ext uri="{FF2B5EF4-FFF2-40B4-BE49-F238E27FC236}">
                  <a16:creationId xmlns:a16="http://schemas.microsoft.com/office/drawing/2014/main" id="{8A8264AF-CFEB-8750-6969-C961E4B9F455}"/>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652398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カードのレイアウト">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E4981D-F3E1-A957-C0E7-47018581307B}"/>
              </a:ext>
            </a:extLst>
          </p:cNvPr>
          <p:cNvSpPr>
            <a:spLocks noGrp="1"/>
          </p:cNvSpPr>
          <p:nvPr>
            <p:ph type="title"/>
          </p:nvPr>
        </p:nvSpPr>
        <p:spPr>
          <a:xfrm>
            <a:off x="838200" y="231697"/>
            <a:ext cx="8268093" cy="457044"/>
          </a:xfrm>
        </p:spPr>
        <p:txBody>
          <a:bodyPr>
            <a:noAutofit/>
          </a:bodyPr>
          <a:lstStyle>
            <a:lvl1pPr>
              <a:defRPr sz="2800">
                <a:solidFill>
                  <a:schemeClr val="bg1"/>
                </a:solidFill>
              </a:defRPr>
            </a:lvl1pPr>
          </a:lstStyle>
          <a:p>
            <a:r>
              <a:rPr kumimoji="1" lang="ja-JP" altLang="en-US"/>
              <a:t>マスター タイトルの書式設定</a:t>
            </a:r>
          </a:p>
        </p:txBody>
      </p:sp>
      <p:sp>
        <p:nvSpPr>
          <p:cNvPr id="6" name="スライド番号プレースホルダー 5">
            <a:extLst>
              <a:ext uri="{FF2B5EF4-FFF2-40B4-BE49-F238E27FC236}">
                <a16:creationId xmlns:a16="http://schemas.microsoft.com/office/drawing/2014/main" id="{1978F53E-4C54-5978-324C-CDA5322A0EDC}"/>
              </a:ext>
            </a:extLst>
          </p:cNvPr>
          <p:cNvSpPr>
            <a:spLocks noGrp="1"/>
          </p:cNvSpPr>
          <p:nvPr>
            <p:ph type="sldNum" sz="quarter" idx="12"/>
          </p:nvPr>
        </p:nvSpPr>
        <p:spPr>
          <a:xfrm>
            <a:off x="11160803" y="277657"/>
            <a:ext cx="838200" cy="365125"/>
          </a:xfrm>
        </p:spPr>
        <p:txBody>
          <a:bodyPr/>
          <a:lstStyle>
            <a:lvl1pPr algn="ctr">
              <a:defRPr sz="1800">
                <a:solidFill>
                  <a:schemeClr val="bg1"/>
                </a:solidFill>
              </a:defRPr>
            </a:lvl1pPr>
          </a:lstStyle>
          <a:p>
            <a:fld id="{8D1BC46D-89B1-41A3-BBA1-F56BEABD0A90}" type="slidenum">
              <a:rPr lang="ja-JP" altLang="en-US" smtClean="0"/>
              <a:pPr/>
              <a:t>‹#›</a:t>
            </a:fld>
            <a:endParaRPr lang="ja-JP" altLang="en-US"/>
          </a:p>
        </p:txBody>
      </p:sp>
      <p:sp>
        <p:nvSpPr>
          <p:cNvPr id="3" name="タイトル 1">
            <a:extLst>
              <a:ext uri="{FF2B5EF4-FFF2-40B4-BE49-F238E27FC236}">
                <a16:creationId xmlns:a16="http://schemas.microsoft.com/office/drawing/2014/main" id="{39E28735-E38E-FA76-E836-AFAD95876608}"/>
              </a:ext>
            </a:extLst>
          </p:cNvPr>
          <p:cNvSpPr txBox="1">
            <a:spLocks/>
          </p:cNvSpPr>
          <p:nvPr userDrawn="1"/>
        </p:nvSpPr>
        <p:spPr>
          <a:xfrm>
            <a:off x="558799" y="1015999"/>
            <a:ext cx="11357897" cy="938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3600"/>
              <a:t>カードの間隔やアスペクト比は適宜調整</a:t>
            </a:r>
          </a:p>
        </p:txBody>
      </p:sp>
      <p:sp>
        <p:nvSpPr>
          <p:cNvPr id="24" name="正方形/長方形 23">
            <a:extLst>
              <a:ext uri="{FF2B5EF4-FFF2-40B4-BE49-F238E27FC236}">
                <a16:creationId xmlns:a16="http://schemas.microsoft.com/office/drawing/2014/main" id="{7BFE6030-7EF2-D499-592E-1D382FDD691D}"/>
              </a:ext>
            </a:extLst>
          </p:cNvPr>
          <p:cNvSpPr/>
          <p:nvPr userDrawn="1"/>
        </p:nvSpPr>
        <p:spPr>
          <a:xfrm>
            <a:off x="640876"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70A8E374-8498-BBA7-13BD-C9875DF93B2F}"/>
              </a:ext>
            </a:extLst>
          </p:cNvPr>
          <p:cNvSpPr txBox="1"/>
          <p:nvPr userDrawn="1"/>
        </p:nvSpPr>
        <p:spPr>
          <a:xfrm>
            <a:off x="700865" y="2006597"/>
            <a:ext cx="954107" cy="369332"/>
          </a:xfrm>
          <a:prstGeom prst="rect">
            <a:avLst/>
          </a:prstGeom>
          <a:noFill/>
        </p:spPr>
        <p:txBody>
          <a:bodyPr wrap="none" rtlCol="0">
            <a:spAutoFit/>
          </a:bodyPr>
          <a:lstStyle/>
          <a:p>
            <a:r>
              <a:rPr lang="ja-JP" altLang="en-US" sz="1400" b="1">
                <a:solidFill>
                  <a:schemeClr val="tx2"/>
                </a:solidFill>
                <a:latin typeface="Noto Sans JP" panose="020B0200000000000000" pitchFamily="50" charset="-128"/>
                <a:ea typeface="Noto Sans JP" panose="020B0200000000000000" pitchFamily="50" charset="-128"/>
              </a:rPr>
              <a:t>カード</a:t>
            </a:r>
            <a:r>
              <a:rPr kumimoji="1" lang="ja-JP" altLang="en-US" b="1">
                <a:solidFill>
                  <a:schemeClr val="tx2"/>
                </a:solidFill>
                <a:latin typeface="Noto Sans JP" panose="020B0200000000000000" pitchFamily="50" charset="-128"/>
                <a:ea typeface="Noto Sans JP" panose="020B0200000000000000" pitchFamily="50" charset="-128"/>
              </a:rPr>
              <a:t>①</a:t>
            </a:r>
          </a:p>
        </p:txBody>
      </p:sp>
      <p:sp>
        <p:nvSpPr>
          <p:cNvPr id="26" name="テキスト ボックス 25">
            <a:extLst>
              <a:ext uri="{FF2B5EF4-FFF2-40B4-BE49-F238E27FC236}">
                <a16:creationId xmlns:a16="http://schemas.microsoft.com/office/drawing/2014/main" id="{8F563E06-2EF1-7D3C-6BBC-5190953ECB2C}"/>
              </a:ext>
            </a:extLst>
          </p:cNvPr>
          <p:cNvSpPr txBox="1"/>
          <p:nvPr userDrawn="1"/>
        </p:nvSpPr>
        <p:spPr>
          <a:xfrm>
            <a:off x="649306" y="2280372"/>
            <a:ext cx="2698175" cy="523220"/>
          </a:xfrm>
          <a:prstGeom prst="rect">
            <a:avLst/>
          </a:prstGeom>
          <a:noFill/>
        </p:spPr>
        <p:txBody>
          <a:bodyPr wrap="none" rtlCol="0">
            <a:spAutoFit/>
          </a:bodyPr>
          <a:lstStyle/>
          <a:p>
            <a:r>
              <a:rPr kumimoji="1" lang="ja-JP" altLang="en-US" sz="2800" b="1">
                <a:solidFill>
                  <a:schemeClr val="accent4"/>
                </a:solidFill>
                <a:latin typeface="Noto Sans JP" panose="020B0200000000000000" pitchFamily="50" charset="-128"/>
                <a:ea typeface="Noto Sans JP" panose="020B0200000000000000" pitchFamily="50" charset="-128"/>
              </a:rPr>
              <a:t>カードの見出し</a:t>
            </a:r>
          </a:p>
        </p:txBody>
      </p:sp>
      <p:sp>
        <p:nvSpPr>
          <p:cNvPr id="27" name="正方形/長方形 26">
            <a:extLst>
              <a:ext uri="{FF2B5EF4-FFF2-40B4-BE49-F238E27FC236}">
                <a16:creationId xmlns:a16="http://schemas.microsoft.com/office/drawing/2014/main" id="{8819E9C6-0B50-DA8E-DBFC-95D84C86E41D}"/>
              </a:ext>
            </a:extLst>
          </p:cNvPr>
          <p:cNvSpPr/>
          <p:nvPr userDrawn="1"/>
        </p:nvSpPr>
        <p:spPr>
          <a:xfrm>
            <a:off x="640876"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8620371E-1F48-B44D-4136-4B85A6D82755}"/>
              </a:ext>
            </a:extLst>
          </p:cNvPr>
          <p:cNvSpPr txBox="1"/>
          <p:nvPr userDrawn="1"/>
        </p:nvSpPr>
        <p:spPr>
          <a:xfrm>
            <a:off x="700865" y="4403210"/>
            <a:ext cx="954107" cy="369332"/>
          </a:xfrm>
          <a:prstGeom prst="rect">
            <a:avLst/>
          </a:prstGeom>
          <a:noFill/>
        </p:spPr>
        <p:txBody>
          <a:bodyPr wrap="none" rtlCol="0">
            <a:spAutoFit/>
          </a:bodyPr>
          <a:lstStyle/>
          <a:p>
            <a:r>
              <a:rPr lang="ja-JP" altLang="en-US" sz="1400" b="1">
                <a:solidFill>
                  <a:schemeClr val="tx2"/>
                </a:solidFill>
                <a:latin typeface="Noto Sans JP" panose="020B0200000000000000" pitchFamily="50" charset="-128"/>
                <a:ea typeface="Noto Sans JP" panose="020B0200000000000000" pitchFamily="50" charset="-128"/>
              </a:rPr>
              <a:t>カード</a:t>
            </a:r>
            <a:r>
              <a:rPr lang="ja-JP" altLang="en-US" b="1">
                <a:solidFill>
                  <a:schemeClr val="tx2"/>
                </a:solidFill>
                <a:latin typeface="Noto Sans JP" panose="020B0200000000000000" pitchFamily="50" charset="-128"/>
                <a:ea typeface="Noto Sans JP" panose="020B0200000000000000" pitchFamily="50" charset="-128"/>
              </a:rPr>
              <a:t>②</a:t>
            </a:r>
            <a:endParaRPr kumimoji="1" lang="ja-JP" altLang="en-US" b="1">
              <a:solidFill>
                <a:schemeClr val="tx2"/>
              </a:solidFill>
              <a:latin typeface="Noto Sans JP" panose="020B0200000000000000" pitchFamily="50" charset="-128"/>
              <a:ea typeface="Noto Sans JP" panose="020B0200000000000000" pitchFamily="50" charset="-128"/>
            </a:endParaRPr>
          </a:p>
        </p:txBody>
      </p:sp>
      <p:sp>
        <p:nvSpPr>
          <p:cNvPr id="29" name="テキスト ボックス 28">
            <a:extLst>
              <a:ext uri="{FF2B5EF4-FFF2-40B4-BE49-F238E27FC236}">
                <a16:creationId xmlns:a16="http://schemas.microsoft.com/office/drawing/2014/main" id="{4A059C68-85AE-C315-2356-95E710B35D69}"/>
              </a:ext>
            </a:extLst>
          </p:cNvPr>
          <p:cNvSpPr txBox="1"/>
          <p:nvPr userDrawn="1"/>
        </p:nvSpPr>
        <p:spPr>
          <a:xfrm>
            <a:off x="649306" y="4676985"/>
            <a:ext cx="2698175" cy="523220"/>
          </a:xfrm>
          <a:prstGeom prst="rect">
            <a:avLst/>
          </a:prstGeom>
          <a:noFill/>
        </p:spPr>
        <p:txBody>
          <a:bodyPr wrap="none" rtlCol="0">
            <a:spAutoFit/>
          </a:bodyPr>
          <a:lstStyle/>
          <a:p>
            <a:r>
              <a:rPr kumimoji="1" lang="ja-JP" altLang="en-US" sz="2800" b="1">
                <a:solidFill>
                  <a:schemeClr val="accent4"/>
                </a:solidFill>
                <a:latin typeface="Noto Sans JP" panose="020B0200000000000000" pitchFamily="50" charset="-128"/>
                <a:ea typeface="Noto Sans JP" panose="020B0200000000000000" pitchFamily="50" charset="-128"/>
              </a:rPr>
              <a:t>カードの見出し</a:t>
            </a:r>
          </a:p>
        </p:txBody>
      </p:sp>
      <p:sp>
        <p:nvSpPr>
          <p:cNvPr id="30" name="正方形/長方形 29">
            <a:extLst>
              <a:ext uri="{FF2B5EF4-FFF2-40B4-BE49-F238E27FC236}">
                <a16:creationId xmlns:a16="http://schemas.microsoft.com/office/drawing/2014/main" id="{628E01E4-69D9-4079-791C-DB5ACA6A8DCA}"/>
              </a:ext>
            </a:extLst>
          </p:cNvPr>
          <p:cNvSpPr/>
          <p:nvPr userDrawn="1"/>
        </p:nvSpPr>
        <p:spPr>
          <a:xfrm>
            <a:off x="6201018"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CFB27F8B-5228-3D60-B5D3-6B17B425CCA1}"/>
              </a:ext>
            </a:extLst>
          </p:cNvPr>
          <p:cNvSpPr txBox="1"/>
          <p:nvPr userDrawn="1"/>
        </p:nvSpPr>
        <p:spPr>
          <a:xfrm>
            <a:off x="6261007" y="2006597"/>
            <a:ext cx="954107" cy="369332"/>
          </a:xfrm>
          <a:prstGeom prst="rect">
            <a:avLst/>
          </a:prstGeom>
          <a:noFill/>
        </p:spPr>
        <p:txBody>
          <a:bodyPr wrap="none" rtlCol="0">
            <a:spAutoFit/>
          </a:bodyPr>
          <a:lstStyle/>
          <a:p>
            <a:r>
              <a:rPr lang="ja-JP" altLang="en-US" sz="1400" b="1">
                <a:solidFill>
                  <a:schemeClr val="tx2"/>
                </a:solidFill>
                <a:latin typeface="Noto Sans JP" panose="020B0200000000000000" pitchFamily="50" charset="-128"/>
                <a:ea typeface="Noto Sans JP" panose="020B0200000000000000" pitchFamily="50" charset="-128"/>
              </a:rPr>
              <a:t>カード</a:t>
            </a:r>
            <a:r>
              <a:rPr kumimoji="1" lang="ja-JP" altLang="en-US" b="1">
                <a:solidFill>
                  <a:schemeClr val="tx2"/>
                </a:solidFill>
                <a:latin typeface="Noto Sans JP" panose="020B0200000000000000" pitchFamily="50" charset="-128"/>
                <a:ea typeface="Noto Sans JP" panose="020B0200000000000000" pitchFamily="50" charset="-128"/>
              </a:rPr>
              <a:t>③</a:t>
            </a:r>
          </a:p>
        </p:txBody>
      </p:sp>
      <p:sp>
        <p:nvSpPr>
          <p:cNvPr id="32" name="テキスト ボックス 31">
            <a:extLst>
              <a:ext uri="{FF2B5EF4-FFF2-40B4-BE49-F238E27FC236}">
                <a16:creationId xmlns:a16="http://schemas.microsoft.com/office/drawing/2014/main" id="{9C53E43C-0B35-6DB4-E322-C1A0F5EEAC54}"/>
              </a:ext>
            </a:extLst>
          </p:cNvPr>
          <p:cNvSpPr txBox="1"/>
          <p:nvPr userDrawn="1"/>
        </p:nvSpPr>
        <p:spPr>
          <a:xfrm>
            <a:off x="6209448" y="2280372"/>
            <a:ext cx="2698175" cy="523220"/>
          </a:xfrm>
          <a:prstGeom prst="rect">
            <a:avLst/>
          </a:prstGeom>
          <a:noFill/>
        </p:spPr>
        <p:txBody>
          <a:bodyPr wrap="none" rtlCol="0">
            <a:spAutoFit/>
          </a:bodyPr>
          <a:lstStyle/>
          <a:p>
            <a:r>
              <a:rPr kumimoji="1" lang="ja-JP" altLang="en-US" sz="2800" b="1">
                <a:solidFill>
                  <a:schemeClr val="accent4"/>
                </a:solidFill>
                <a:latin typeface="Noto Sans JP" panose="020B0200000000000000" pitchFamily="50" charset="-128"/>
                <a:ea typeface="Noto Sans JP" panose="020B0200000000000000" pitchFamily="50" charset="-128"/>
              </a:rPr>
              <a:t>カードの見出し</a:t>
            </a:r>
          </a:p>
        </p:txBody>
      </p:sp>
      <p:sp>
        <p:nvSpPr>
          <p:cNvPr id="33" name="正方形/長方形 32">
            <a:extLst>
              <a:ext uri="{FF2B5EF4-FFF2-40B4-BE49-F238E27FC236}">
                <a16:creationId xmlns:a16="http://schemas.microsoft.com/office/drawing/2014/main" id="{589387FE-DDA6-2CC1-4F9C-7B61147D15AB}"/>
              </a:ext>
            </a:extLst>
          </p:cNvPr>
          <p:cNvSpPr/>
          <p:nvPr userDrawn="1"/>
        </p:nvSpPr>
        <p:spPr>
          <a:xfrm>
            <a:off x="6201018"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8D62D2F4-0791-47B5-FF25-3840506A48C3}"/>
              </a:ext>
            </a:extLst>
          </p:cNvPr>
          <p:cNvSpPr txBox="1"/>
          <p:nvPr userDrawn="1"/>
        </p:nvSpPr>
        <p:spPr>
          <a:xfrm>
            <a:off x="6261007" y="4403210"/>
            <a:ext cx="954107" cy="369332"/>
          </a:xfrm>
          <a:prstGeom prst="rect">
            <a:avLst/>
          </a:prstGeom>
          <a:noFill/>
        </p:spPr>
        <p:txBody>
          <a:bodyPr wrap="none" rtlCol="0">
            <a:spAutoFit/>
          </a:bodyPr>
          <a:lstStyle/>
          <a:p>
            <a:r>
              <a:rPr lang="ja-JP" altLang="en-US" sz="1400" b="1">
                <a:solidFill>
                  <a:schemeClr val="tx2"/>
                </a:solidFill>
                <a:latin typeface="Noto Sans JP" panose="020B0200000000000000" pitchFamily="50" charset="-128"/>
                <a:ea typeface="Noto Sans JP" panose="020B0200000000000000" pitchFamily="50" charset="-128"/>
              </a:rPr>
              <a:t>カード</a:t>
            </a:r>
            <a:r>
              <a:rPr kumimoji="1" lang="ja-JP" altLang="en-US" b="1">
                <a:solidFill>
                  <a:schemeClr val="tx2"/>
                </a:solidFill>
                <a:latin typeface="Noto Sans JP" panose="020B0200000000000000" pitchFamily="50" charset="-128"/>
                <a:ea typeface="Noto Sans JP" panose="020B0200000000000000" pitchFamily="50" charset="-128"/>
              </a:rPr>
              <a:t>④</a:t>
            </a:r>
          </a:p>
        </p:txBody>
      </p:sp>
      <p:sp>
        <p:nvSpPr>
          <p:cNvPr id="35" name="テキスト ボックス 34">
            <a:extLst>
              <a:ext uri="{FF2B5EF4-FFF2-40B4-BE49-F238E27FC236}">
                <a16:creationId xmlns:a16="http://schemas.microsoft.com/office/drawing/2014/main" id="{5AB2D310-65D0-88A2-45CF-027ACD78E56B}"/>
              </a:ext>
            </a:extLst>
          </p:cNvPr>
          <p:cNvSpPr txBox="1"/>
          <p:nvPr userDrawn="1"/>
        </p:nvSpPr>
        <p:spPr>
          <a:xfrm>
            <a:off x="6209448" y="4676985"/>
            <a:ext cx="2698175" cy="523220"/>
          </a:xfrm>
          <a:prstGeom prst="rect">
            <a:avLst/>
          </a:prstGeom>
          <a:noFill/>
        </p:spPr>
        <p:txBody>
          <a:bodyPr wrap="none" rtlCol="0">
            <a:spAutoFit/>
          </a:bodyPr>
          <a:lstStyle/>
          <a:p>
            <a:r>
              <a:rPr kumimoji="1" lang="ja-JP" altLang="en-US" sz="2800" b="1">
                <a:solidFill>
                  <a:schemeClr val="accent4"/>
                </a:solidFill>
                <a:latin typeface="Noto Sans JP" panose="020B0200000000000000" pitchFamily="50" charset="-128"/>
                <a:ea typeface="Noto Sans JP" panose="020B0200000000000000" pitchFamily="50" charset="-128"/>
              </a:rPr>
              <a:t>カードの見出し</a:t>
            </a:r>
          </a:p>
        </p:txBody>
      </p:sp>
    </p:spTree>
    <p:extLst>
      <p:ext uri="{BB962C8B-B14F-4D97-AF65-F5344CB8AC3E}">
        <p14:creationId xmlns:p14="http://schemas.microsoft.com/office/powerpoint/2010/main" val="181694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5E7773E-9F3C-8547-1887-EDE1B77EC8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F238FCC-BF83-0877-84B7-63F27C6E69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2C07774-86F2-4BBC-8586-A1C4D2F7E1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0A137C-E3B5-4111-BA28-0A9D5E6D313C}" type="datetime1">
              <a:rPr kumimoji="1" lang="ja-JP" altLang="en-US" smtClean="0"/>
              <a:t>2026/2/25</a:t>
            </a:fld>
            <a:endParaRPr kumimoji="1" lang="ja-JP" altLang="en-US"/>
          </a:p>
        </p:txBody>
      </p:sp>
      <p:sp>
        <p:nvSpPr>
          <p:cNvPr id="5" name="フッター プレースホルダー 4">
            <a:extLst>
              <a:ext uri="{FF2B5EF4-FFF2-40B4-BE49-F238E27FC236}">
                <a16:creationId xmlns:a16="http://schemas.microsoft.com/office/drawing/2014/main" id="{4652D4A6-47C1-76E5-9827-09C32C5135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3FCC9AF-D09C-9F9C-6CDF-787F38893259}"/>
              </a:ext>
            </a:extLst>
          </p:cNvPr>
          <p:cNvSpPr>
            <a:spLocks noGrp="1"/>
          </p:cNvSpPr>
          <p:nvPr>
            <p:ph type="sldNum" sz="quarter" idx="4"/>
          </p:nvPr>
        </p:nvSpPr>
        <p:spPr>
          <a:xfrm>
            <a:off x="11283352" y="115094"/>
            <a:ext cx="838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lgn="ctr"/>
            <a:fld id="{8D1BC46D-89B1-41A3-BBA1-F56BEABD0A90}" type="slidenum">
              <a:rPr lang="ja-JP" altLang="en-US" smtClean="0"/>
              <a:pPr algn="ctr"/>
              <a:t>‹#›</a:t>
            </a:fld>
            <a:endParaRPr lang="ja-JP" altLang="en-US"/>
          </a:p>
        </p:txBody>
      </p:sp>
    </p:spTree>
    <p:extLst>
      <p:ext uri="{BB962C8B-B14F-4D97-AF65-F5344CB8AC3E}">
        <p14:creationId xmlns:p14="http://schemas.microsoft.com/office/powerpoint/2010/main" val="36237144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6" r:id="rId5"/>
    <p:sldLayoutId id="2147483653" r:id="rId6"/>
    <p:sldLayoutId id="2147483654" r:id="rId7"/>
    <p:sldLayoutId id="2147483655" r:id="rId8"/>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52B6F2-916C-5E7A-C693-13232F3A1713}"/>
              </a:ext>
            </a:extLst>
          </p:cNvPr>
          <p:cNvSpPr>
            <a:spLocks noGrp="1"/>
          </p:cNvSpPr>
          <p:nvPr>
            <p:ph type="ctrTitle"/>
          </p:nvPr>
        </p:nvSpPr>
        <p:spPr>
          <a:xfrm>
            <a:off x="1524000" y="2375252"/>
            <a:ext cx="9144000" cy="1655763"/>
          </a:xfrm>
        </p:spPr>
        <p:txBody>
          <a:bodyPr>
            <a:normAutofit/>
          </a:bodyPr>
          <a:lstStyle/>
          <a:p>
            <a:r>
              <a:rPr lang="ja-JP" altLang="en-US" sz="3600" b="1">
                <a:latin typeface="メイリオ" panose="020B0604030504040204" pitchFamily="50" charset="-128"/>
                <a:ea typeface="メイリオ" panose="020B0604030504040204" pitchFamily="50" charset="-128"/>
              </a:rPr>
              <a:t>所有者優先権を保証する学内</a:t>
            </a:r>
            <a:r>
              <a:rPr lang="en-US" altLang="ja-JP" sz="3600" b="1">
                <a:latin typeface="メイリオ" panose="020B0604030504040204" pitchFamily="50" charset="-128"/>
                <a:ea typeface="メイリオ" panose="020B0604030504040204" pitchFamily="50" charset="-128"/>
              </a:rPr>
              <a:t>GPU</a:t>
            </a:r>
            <a:r>
              <a:rPr lang="ja-JP" altLang="en-US" sz="3600" b="1">
                <a:latin typeface="メイリオ" panose="020B0604030504040204" pitchFamily="50" charset="-128"/>
                <a:ea typeface="メイリオ" panose="020B0604030504040204" pitchFamily="50" charset="-128"/>
              </a:rPr>
              <a:t>共有基盤の提案とユーザ参加行動の評価</a:t>
            </a:r>
            <a:endParaRPr kumimoji="1" lang="ja-JP" altLang="en-US" sz="3600"/>
          </a:p>
        </p:txBody>
      </p:sp>
      <p:sp>
        <p:nvSpPr>
          <p:cNvPr id="4" name="日付プレースホルダー 3">
            <a:extLst>
              <a:ext uri="{FF2B5EF4-FFF2-40B4-BE49-F238E27FC236}">
                <a16:creationId xmlns:a16="http://schemas.microsoft.com/office/drawing/2014/main" id="{67F54E07-85EE-5553-6864-9FE5FFD22D59}"/>
              </a:ext>
            </a:extLst>
          </p:cNvPr>
          <p:cNvSpPr>
            <a:spLocks noGrp="1"/>
          </p:cNvSpPr>
          <p:nvPr>
            <p:ph type="dt" sz="half" idx="10"/>
          </p:nvPr>
        </p:nvSpPr>
        <p:spPr/>
        <p:txBody>
          <a:bodyPr/>
          <a:lstStyle/>
          <a:p>
            <a:endParaRPr lang="ja-JP" altLang="en-US"/>
          </a:p>
        </p:txBody>
      </p:sp>
      <p:sp>
        <p:nvSpPr>
          <p:cNvPr id="5" name="テキスト プレースホルダー 4">
            <a:extLst>
              <a:ext uri="{FF2B5EF4-FFF2-40B4-BE49-F238E27FC236}">
                <a16:creationId xmlns:a16="http://schemas.microsoft.com/office/drawing/2014/main" id="{4E775116-9EEA-8BC4-FFDD-34C04598AA01}"/>
              </a:ext>
            </a:extLst>
          </p:cNvPr>
          <p:cNvSpPr>
            <a:spLocks noGrp="1"/>
          </p:cNvSpPr>
          <p:nvPr>
            <p:ph type="body" sz="quarter" idx="11"/>
          </p:nvPr>
        </p:nvSpPr>
        <p:spPr/>
        <p:txBody>
          <a:bodyPr/>
          <a:lstStyle/>
          <a:p>
            <a:endParaRPr kumimoji="1" lang="ja-JP" altLang="en-US"/>
          </a:p>
        </p:txBody>
      </p:sp>
      <p:sp>
        <p:nvSpPr>
          <p:cNvPr id="8" name="字幕 7">
            <a:extLst>
              <a:ext uri="{FF2B5EF4-FFF2-40B4-BE49-F238E27FC236}">
                <a16:creationId xmlns:a16="http://schemas.microsoft.com/office/drawing/2014/main" id="{346AAB66-6418-444C-B52B-AEB5CBA8D08A}"/>
              </a:ext>
            </a:extLst>
          </p:cNvPr>
          <p:cNvSpPr txBox="1">
            <a:spLocks noGrp="1"/>
          </p:cNvSpPr>
          <p:nvPr>
            <p:ph type="subTitle" idx="1"/>
          </p:nvPr>
        </p:nvSpPr>
        <p:spPr>
          <a:xfrm>
            <a:off x="1524000" y="3790950"/>
            <a:ext cx="9144000" cy="480131"/>
          </a:xfrm>
          <a:prstGeom prst="rect">
            <a:avLst/>
          </a:prstGeom>
          <a:noFill/>
        </p:spPr>
        <p:txBody>
          <a:bodyPr wrap="square" rtlCol="0">
            <a:spAutoFit/>
          </a:bodyPr>
          <a:lstStyle/>
          <a:p>
            <a:r>
              <a:rPr kumimoji="1" lang="ja-JP" altLang="en-US" sz="2800" u="none"/>
              <a:t>下西研究室　櫻井 翔琉</a:t>
            </a:r>
          </a:p>
        </p:txBody>
      </p:sp>
    </p:spTree>
    <p:extLst>
      <p:ext uri="{BB962C8B-B14F-4D97-AF65-F5344CB8AC3E}">
        <p14:creationId xmlns:p14="http://schemas.microsoft.com/office/powerpoint/2010/main" val="3681276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FE4376B-0BE6-DC44-9A92-9FB4E9E793D6}"/>
              </a:ext>
            </a:extLst>
          </p:cNvPr>
          <p:cNvSpPr>
            <a:spLocks noGrp="1"/>
          </p:cNvSpPr>
          <p:nvPr>
            <p:ph idx="1"/>
          </p:nvPr>
        </p:nvSpPr>
        <p:spPr>
          <a:xfrm>
            <a:off x="838200" y="1253331"/>
            <a:ext cx="10515600" cy="4893469"/>
          </a:xfrm>
        </p:spPr>
        <p:txBody>
          <a:bodyPr/>
          <a:lstStyle/>
          <a:p>
            <a:pPr marL="0" indent="0">
              <a:lnSpc>
                <a:spcPct val="150000"/>
              </a:lnSpc>
              <a:buNone/>
            </a:pPr>
            <a:r>
              <a:rPr lang="en-US" altLang="ja-JP" b="1" u="sng">
                <a:solidFill>
                  <a:schemeClr val="accent3">
                    <a:lumMod val="75000"/>
                  </a:schemeClr>
                </a:solidFill>
                <a:latin typeface="+mj-ea"/>
              </a:rPr>
              <a:t>GPU</a:t>
            </a:r>
            <a:r>
              <a:rPr lang="ja-JP" altLang="en-US" b="1" u="sng">
                <a:solidFill>
                  <a:schemeClr val="accent3">
                    <a:lumMod val="75000"/>
                  </a:schemeClr>
                </a:solidFill>
                <a:latin typeface="+mj-ea"/>
              </a:rPr>
              <a:t>の需要増加</a:t>
            </a:r>
            <a:endParaRPr lang="en-US" altLang="ja-JP" b="1" u="sng">
              <a:solidFill>
                <a:schemeClr val="accent3">
                  <a:lumMod val="75000"/>
                </a:schemeClr>
              </a:solidFill>
              <a:latin typeface="+mj-ea"/>
            </a:endParaRPr>
          </a:p>
          <a:p>
            <a:pPr marL="0" indent="0">
              <a:lnSpc>
                <a:spcPct val="150000"/>
              </a:lnSpc>
              <a:buNone/>
            </a:pPr>
            <a:r>
              <a:rPr lang="en-US" altLang="ja-JP" sz="2000"/>
              <a:t>AI</a:t>
            </a:r>
            <a:r>
              <a:rPr lang="ja-JP" altLang="en-US" sz="2000"/>
              <a:t>・データサイエンス分野の発展に伴い、</a:t>
            </a:r>
            <a:r>
              <a:rPr lang="en-US" altLang="ja-JP" sz="2000"/>
              <a:t>GPU</a:t>
            </a:r>
            <a:r>
              <a:rPr lang="ja-JP" altLang="en-US" sz="2000"/>
              <a:t>需要は年々増加している。</a:t>
            </a:r>
            <a:br>
              <a:rPr lang="ja-JP" altLang="en-US" sz="2000"/>
            </a:br>
            <a:r>
              <a:rPr lang="ja-JP" altLang="en-US" sz="2000"/>
              <a:t>特にデータセンター向け</a:t>
            </a:r>
            <a:r>
              <a:rPr lang="en-US" altLang="ja-JP" sz="2000"/>
              <a:t>GPU</a:t>
            </a:r>
            <a:r>
              <a:rPr lang="ja-JP" altLang="en-US" sz="2000"/>
              <a:t>市場は、今後も高い成長率で拡大すると予測されている</a:t>
            </a:r>
            <a:r>
              <a:rPr lang="en-US" altLang="ja-JP" sz="2000"/>
              <a:t>¹</a:t>
            </a:r>
            <a:r>
              <a:rPr lang="ja-JP" altLang="en-US" sz="2000"/>
              <a:t>。</a:t>
            </a:r>
            <a:endParaRPr lang="en-US" altLang="ja-JP" sz="2000"/>
          </a:p>
          <a:p>
            <a:pPr marL="0" indent="0">
              <a:lnSpc>
                <a:spcPct val="150000"/>
              </a:lnSpc>
              <a:buNone/>
            </a:pPr>
            <a:r>
              <a:rPr lang="en-US" altLang="ja-JP" b="1" u="sng">
                <a:solidFill>
                  <a:schemeClr val="accent3">
                    <a:lumMod val="75000"/>
                  </a:schemeClr>
                </a:solidFill>
              </a:rPr>
              <a:t>GPU</a:t>
            </a:r>
            <a:r>
              <a:rPr lang="ja-JP" altLang="en-US" b="1" u="sng">
                <a:solidFill>
                  <a:schemeClr val="accent3">
                    <a:lumMod val="75000"/>
                  </a:schemeClr>
                </a:solidFill>
              </a:rPr>
              <a:t>資源の高価さ・調達困難性</a:t>
            </a:r>
            <a:endParaRPr lang="en-US" altLang="ja-JP" b="1" u="sng">
              <a:solidFill>
                <a:schemeClr val="accent3">
                  <a:lumMod val="75000"/>
                </a:schemeClr>
              </a:solidFill>
            </a:endParaRPr>
          </a:p>
          <a:p>
            <a:pPr marL="0" indent="0">
              <a:lnSpc>
                <a:spcPct val="150000"/>
              </a:lnSpc>
              <a:buNone/>
            </a:pPr>
            <a:r>
              <a:rPr lang="ja-JP" altLang="en-US" sz="2000"/>
              <a:t>高性能</a:t>
            </a:r>
            <a:r>
              <a:rPr lang="en-US" altLang="ja-JP" sz="2000"/>
              <a:t>GPU</a:t>
            </a:r>
            <a:r>
              <a:rPr lang="ja-JP" altLang="en-US" sz="2000"/>
              <a:t>は製造コストが高く、また</a:t>
            </a:r>
            <a:r>
              <a:rPr lang="en-US" altLang="ja-JP" sz="2000"/>
              <a:t>AI</a:t>
            </a:r>
            <a:r>
              <a:rPr lang="ja-JP" altLang="en-US" sz="2000"/>
              <a:t>用途の需要集中により供給が逼迫している</a:t>
            </a:r>
            <a:r>
              <a:rPr lang="en-US" altLang="ja-JP" sz="2000"/>
              <a:t>²</a:t>
            </a:r>
            <a:r>
              <a:rPr lang="ja-JP" altLang="en-US" sz="2000"/>
              <a:t>。</a:t>
            </a:r>
            <a:br>
              <a:rPr lang="ja-JP" altLang="en-US" sz="2000"/>
            </a:br>
            <a:r>
              <a:rPr lang="ja-JP" altLang="en-US" sz="2000"/>
              <a:t>→　研究機関や大学において、必要な時に十分な</a:t>
            </a:r>
            <a:r>
              <a:rPr lang="en-US" altLang="ja-JP" sz="2000"/>
              <a:t>GPU</a:t>
            </a:r>
            <a:r>
              <a:rPr lang="ja-JP" altLang="en-US" sz="2000"/>
              <a:t>資源を確保することは困難。</a:t>
            </a:r>
          </a:p>
        </p:txBody>
      </p:sp>
      <p:sp>
        <p:nvSpPr>
          <p:cNvPr id="21" name="正方形/長方形 20">
            <a:extLst>
              <a:ext uri="{FF2B5EF4-FFF2-40B4-BE49-F238E27FC236}">
                <a16:creationId xmlns:a16="http://schemas.microsoft.com/office/drawing/2014/main" id="{51FA538A-6348-9BB4-2E2A-E78969F497A9}"/>
              </a:ext>
            </a:extLst>
          </p:cNvPr>
          <p:cNvSpPr/>
          <p:nvPr/>
        </p:nvSpPr>
        <p:spPr>
          <a:xfrm>
            <a:off x="2974110" y="5689600"/>
            <a:ext cx="6042890" cy="3048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96E70598-9FED-356E-DDDE-530E0D867D47}"/>
              </a:ext>
            </a:extLst>
          </p:cNvPr>
          <p:cNvSpPr/>
          <p:nvPr/>
        </p:nvSpPr>
        <p:spPr>
          <a:xfrm>
            <a:off x="3916218" y="5181126"/>
            <a:ext cx="3767086" cy="282971"/>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85D61B3A-AD9E-5C90-4810-806836B72722}"/>
              </a:ext>
            </a:extLst>
          </p:cNvPr>
          <p:cNvSpPr>
            <a:spLocks noGrp="1"/>
          </p:cNvSpPr>
          <p:nvPr>
            <p:ph type="title"/>
          </p:nvPr>
        </p:nvSpPr>
        <p:spPr/>
        <p:txBody>
          <a:bodyPr/>
          <a:lstStyle/>
          <a:p>
            <a:r>
              <a:rPr lang="ja-JP" altLang="en-US" b="1">
                <a:latin typeface="メイリオ" panose="020B0604030504040204" pitchFamily="50" charset="-128"/>
                <a:ea typeface="メイリオ" panose="020B0604030504040204" pitchFamily="50" charset="-128"/>
              </a:rPr>
              <a:t>背景</a:t>
            </a:r>
            <a:endParaRPr kumimoji="1" lang="ja-JP" altLang="en-US"/>
          </a:p>
        </p:txBody>
      </p:sp>
      <p:sp>
        <p:nvSpPr>
          <p:cNvPr id="4" name="スライド番号プレースホルダー 3">
            <a:extLst>
              <a:ext uri="{FF2B5EF4-FFF2-40B4-BE49-F238E27FC236}">
                <a16:creationId xmlns:a16="http://schemas.microsoft.com/office/drawing/2014/main" id="{2A0BE1F7-55D9-910D-C6AE-1E86520001C2}"/>
              </a:ext>
            </a:extLst>
          </p:cNvPr>
          <p:cNvSpPr>
            <a:spLocks noGrp="1"/>
          </p:cNvSpPr>
          <p:nvPr>
            <p:ph type="sldNum" sz="quarter" idx="12"/>
          </p:nvPr>
        </p:nvSpPr>
        <p:spPr/>
        <p:txBody>
          <a:bodyPr/>
          <a:lstStyle/>
          <a:p>
            <a:fld id="{8D1BC46D-89B1-41A3-BBA1-F56BEABD0A90}" type="slidenum">
              <a:rPr lang="ja-JP" altLang="en-US" smtClean="0"/>
              <a:pPr/>
              <a:t>2</a:t>
            </a:fld>
            <a:endParaRPr lang="ja-JP" altLang="en-US"/>
          </a:p>
        </p:txBody>
      </p:sp>
      <p:sp>
        <p:nvSpPr>
          <p:cNvPr id="9" name="テキスト ボックス 8">
            <a:extLst>
              <a:ext uri="{FF2B5EF4-FFF2-40B4-BE49-F238E27FC236}">
                <a16:creationId xmlns:a16="http://schemas.microsoft.com/office/drawing/2014/main" id="{21A731A3-5876-7CD9-AD8C-2EF1AD31AA8E}"/>
              </a:ext>
            </a:extLst>
          </p:cNvPr>
          <p:cNvSpPr txBox="1"/>
          <p:nvPr/>
        </p:nvSpPr>
        <p:spPr>
          <a:xfrm>
            <a:off x="2202704" y="5012491"/>
            <a:ext cx="7015186" cy="1354217"/>
          </a:xfrm>
          <a:prstGeom prst="rect">
            <a:avLst/>
          </a:prstGeom>
          <a:noFill/>
        </p:spPr>
        <p:txBody>
          <a:bodyPr wrap="square" rtlCol="0">
            <a:spAutoFit/>
          </a:bodyPr>
          <a:lstStyle/>
          <a:p>
            <a:pPr algn="ctr"/>
            <a:r>
              <a:rPr kumimoji="1" lang="ja-JP" altLang="en-US" sz="3200" b="1"/>
              <a:t>学内</a:t>
            </a:r>
            <a:r>
              <a:rPr kumimoji="1" lang="en-US" altLang="ja-JP" sz="3200" b="1"/>
              <a:t>GPU</a:t>
            </a:r>
            <a:r>
              <a:rPr kumimoji="1" lang="ja-JP" altLang="en-US" sz="3200" b="1"/>
              <a:t>共有基盤</a:t>
            </a:r>
            <a:endParaRPr kumimoji="1" lang="en-US" altLang="ja-JP" sz="3200" b="1"/>
          </a:p>
          <a:p>
            <a:pPr algn="ctr"/>
            <a:r>
              <a:rPr lang="ja-JP" altLang="en-US" sz="3200" b="1">
                <a:solidFill>
                  <a:schemeClr val="accent3">
                    <a:lumMod val="75000"/>
                  </a:schemeClr>
                </a:solidFill>
              </a:rPr>
              <a:t>「</a:t>
            </a:r>
            <a:r>
              <a:rPr lang="en-US" altLang="ja-JP" sz="3200" b="1"/>
              <a:t>Air Computing Pool</a:t>
            </a:r>
            <a:r>
              <a:rPr lang="ja-JP" altLang="en-US" sz="3200" b="1"/>
              <a:t>」を検討中</a:t>
            </a:r>
            <a:endParaRPr lang="en-US" altLang="ja-JP" sz="3200" b="1"/>
          </a:p>
          <a:p>
            <a:endParaRPr kumimoji="1" lang="ja-JP" altLang="en-US"/>
          </a:p>
        </p:txBody>
      </p:sp>
      <p:sp>
        <p:nvSpPr>
          <p:cNvPr id="23" name="テキスト ボックス 22">
            <a:extLst>
              <a:ext uri="{FF2B5EF4-FFF2-40B4-BE49-F238E27FC236}">
                <a16:creationId xmlns:a16="http://schemas.microsoft.com/office/drawing/2014/main" id="{0E3A94D9-8DA9-314B-FCD9-8E91040FBF5B}"/>
              </a:ext>
            </a:extLst>
          </p:cNvPr>
          <p:cNvSpPr txBox="1"/>
          <p:nvPr/>
        </p:nvSpPr>
        <p:spPr>
          <a:xfrm>
            <a:off x="3124200" y="6302416"/>
            <a:ext cx="10055903" cy="553998"/>
          </a:xfrm>
          <a:prstGeom prst="rect">
            <a:avLst/>
          </a:prstGeom>
          <a:noFill/>
        </p:spPr>
        <p:txBody>
          <a:bodyPr wrap="square" rtlCol="0">
            <a:spAutoFit/>
          </a:bodyPr>
          <a:lstStyle/>
          <a:p>
            <a:r>
              <a:rPr lang="en-US" altLang="ja-JP" sz="1200">
                <a:latin typeface="メイリオ" panose="020B0604030504040204" pitchFamily="50" charset="-128"/>
                <a:ea typeface="メイリオ" panose="020B0604030504040204" pitchFamily="50" charset="-128"/>
              </a:rPr>
              <a:t>[1] Precedence Research, AI Data Center GPU Market Size Report, 2024.</a:t>
            </a:r>
          </a:p>
          <a:p>
            <a:r>
              <a:rPr lang="en-US" altLang="ja-JP" sz="1200">
                <a:latin typeface="メイリオ" panose="020B0604030504040204" pitchFamily="50" charset="-128"/>
                <a:ea typeface="メイリオ" panose="020B0604030504040204" pitchFamily="50" charset="-128"/>
              </a:rPr>
              <a:t>[2] PC Gamer, AI demand is keeping GPU and memory prices high, 2024</a:t>
            </a:r>
            <a:r>
              <a:rPr lang="en-US" altLang="ja-JP"/>
              <a:t>.</a:t>
            </a:r>
            <a:endParaRPr kumimoji="1" lang="ja-JP" altLang="en-US"/>
          </a:p>
        </p:txBody>
      </p:sp>
    </p:spTree>
    <p:extLst>
      <p:ext uri="{BB962C8B-B14F-4D97-AF65-F5344CB8AC3E}">
        <p14:creationId xmlns:p14="http://schemas.microsoft.com/office/powerpoint/2010/main" val="71332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図 53" descr="ダイアグラム&#10;&#10;AI 生成コンテンツは誤りを含む可能性があります。">
            <a:extLst>
              <a:ext uri="{FF2B5EF4-FFF2-40B4-BE49-F238E27FC236}">
                <a16:creationId xmlns:a16="http://schemas.microsoft.com/office/drawing/2014/main" id="{39D86E21-1A84-380D-FE90-E395AAE359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3148" y="1267691"/>
            <a:ext cx="7885536" cy="4892964"/>
          </a:xfrm>
          <a:prstGeom prst="rect">
            <a:avLst/>
          </a:prstGeom>
        </p:spPr>
      </p:pic>
      <p:sp>
        <p:nvSpPr>
          <p:cNvPr id="2" name="タイトル 1">
            <a:extLst>
              <a:ext uri="{FF2B5EF4-FFF2-40B4-BE49-F238E27FC236}">
                <a16:creationId xmlns:a16="http://schemas.microsoft.com/office/drawing/2014/main" id="{FDD48FF9-7E2F-CD35-8A02-3A48287A73E0}"/>
              </a:ext>
            </a:extLst>
          </p:cNvPr>
          <p:cNvSpPr>
            <a:spLocks noGrp="1"/>
          </p:cNvSpPr>
          <p:nvPr>
            <p:ph type="title"/>
          </p:nvPr>
        </p:nvSpPr>
        <p:spPr/>
        <p:txBody>
          <a:bodyPr/>
          <a:lstStyle/>
          <a:p>
            <a:r>
              <a:rPr lang="en-US" altLang="ja-JP"/>
              <a:t>“Air Computing Pool”</a:t>
            </a:r>
            <a:r>
              <a:rPr lang="ja-JP" altLang="en-US"/>
              <a:t>とは</a:t>
            </a:r>
            <a:endParaRPr kumimoji="1" lang="ja-JP" altLang="en-US"/>
          </a:p>
        </p:txBody>
      </p:sp>
      <p:sp>
        <p:nvSpPr>
          <p:cNvPr id="4" name="スライド番号プレースホルダー 3">
            <a:extLst>
              <a:ext uri="{FF2B5EF4-FFF2-40B4-BE49-F238E27FC236}">
                <a16:creationId xmlns:a16="http://schemas.microsoft.com/office/drawing/2014/main" id="{E3DC26F3-E565-9B46-EB01-7031E3D203E8}"/>
              </a:ext>
            </a:extLst>
          </p:cNvPr>
          <p:cNvSpPr>
            <a:spLocks noGrp="1"/>
          </p:cNvSpPr>
          <p:nvPr>
            <p:ph type="sldNum" sz="quarter" idx="12"/>
          </p:nvPr>
        </p:nvSpPr>
        <p:spPr/>
        <p:txBody>
          <a:bodyPr/>
          <a:lstStyle/>
          <a:p>
            <a:fld id="{8D1BC46D-89B1-41A3-BBA1-F56BEABD0A90}" type="slidenum">
              <a:rPr lang="ja-JP" altLang="en-US" smtClean="0"/>
              <a:pPr/>
              <a:t>3</a:t>
            </a:fld>
            <a:endParaRPr lang="ja-JP" altLang="en-US"/>
          </a:p>
        </p:txBody>
      </p:sp>
      <p:sp>
        <p:nvSpPr>
          <p:cNvPr id="9" name="AutoShape 2" descr="サーバー複数　イラスト に対する画像結果">
            <a:extLst>
              <a:ext uri="{FF2B5EF4-FFF2-40B4-BE49-F238E27FC236}">
                <a16:creationId xmlns:a16="http://schemas.microsoft.com/office/drawing/2014/main" id="{F93E315D-73D0-77EB-7256-B1DE030CB29A}"/>
              </a:ext>
            </a:extLst>
          </p:cNvPr>
          <p:cNvSpPr>
            <a:spLocks noChangeAspect="1" noChangeArrowheads="1"/>
          </p:cNvSpPr>
          <p:nvPr/>
        </p:nvSpPr>
        <p:spPr bwMode="auto">
          <a:xfrm>
            <a:off x="6946619" y="4655182"/>
            <a:ext cx="2285991" cy="235130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10" name="AutoShape 4" descr="サーバー複数　イラスト に対する画像結果">
            <a:extLst>
              <a:ext uri="{FF2B5EF4-FFF2-40B4-BE49-F238E27FC236}">
                <a16:creationId xmlns:a16="http://schemas.microsoft.com/office/drawing/2014/main" id="{709DC914-D693-766D-685C-5179189B502E}"/>
              </a:ext>
            </a:extLst>
          </p:cNvPr>
          <p:cNvSpPr>
            <a:spLocks noChangeAspect="1" noChangeArrowheads="1"/>
          </p:cNvSpPr>
          <p:nvPr/>
        </p:nvSpPr>
        <p:spPr bwMode="auto">
          <a:xfrm>
            <a:off x="7939733" y="5689798"/>
            <a:ext cx="1133694" cy="113369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6" name="吹き出し: 角を丸めた四角形 5">
            <a:extLst>
              <a:ext uri="{FF2B5EF4-FFF2-40B4-BE49-F238E27FC236}">
                <a16:creationId xmlns:a16="http://schemas.microsoft.com/office/drawing/2014/main" id="{1ECD15FA-CA2F-8C61-6029-E0E24F926375}"/>
              </a:ext>
            </a:extLst>
          </p:cNvPr>
          <p:cNvSpPr/>
          <p:nvPr/>
        </p:nvSpPr>
        <p:spPr>
          <a:xfrm>
            <a:off x="138401" y="2233061"/>
            <a:ext cx="2723823" cy="987308"/>
          </a:xfrm>
          <a:prstGeom prst="wedgeRoundRectCallout">
            <a:avLst>
              <a:gd name="adj1" fmla="val -1339"/>
              <a:gd name="adj2" fmla="val 88439"/>
              <a:gd name="adj3" fmla="val 16667"/>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2922FCE5-3C4E-4645-DB0C-057EF8277D45}"/>
              </a:ext>
            </a:extLst>
          </p:cNvPr>
          <p:cNvSpPr txBox="1"/>
          <p:nvPr/>
        </p:nvSpPr>
        <p:spPr>
          <a:xfrm>
            <a:off x="199944" y="2387065"/>
            <a:ext cx="2723823" cy="646331"/>
          </a:xfrm>
          <a:prstGeom prst="rect">
            <a:avLst/>
          </a:prstGeom>
          <a:noFill/>
        </p:spPr>
        <p:txBody>
          <a:bodyPr wrap="none" rtlCol="0">
            <a:spAutoFit/>
          </a:bodyPr>
          <a:lstStyle/>
          <a:p>
            <a:pPr algn="ctr"/>
            <a:r>
              <a:rPr kumimoji="1" lang="ja-JP" altLang="en-US" b="1"/>
              <a:t>使用していない時間帯に</a:t>
            </a:r>
            <a:endParaRPr kumimoji="1" lang="en-US" altLang="ja-JP" b="1"/>
          </a:p>
          <a:p>
            <a:pPr algn="ctr"/>
            <a:r>
              <a:rPr kumimoji="1" lang="en-US" altLang="ja-JP" b="1"/>
              <a:t>GPU</a:t>
            </a:r>
            <a:r>
              <a:rPr kumimoji="1" lang="ja-JP" altLang="en-US" b="1"/>
              <a:t>を共有</a:t>
            </a:r>
          </a:p>
        </p:txBody>
      </p:sp>
      <p:sp>
        <p:nvSpPr>
          <p:cNvPr id="7" name="吹き出し: 角を丸めた四角形 6">
            <a:extLst>
              <a:ext uri="{FF2B5EF4-FFF2-40B4-BE49-F238E27FC236}">
                <a16:creationId xmlns:a16="http://schemas.microsoft.com/office/drawing/2014/main" id="{140E4113-A693-B3E0-92EA-B3069388DC73}"/>
              </a:ext>
            </a:extLst>
          </p:cNvPr>
          <p:cNvSpPr/>
          <p:nvPr/>
        </p:nvSpPr>
        <p:spPr>
          <a:xfrm>
            <a:off x="9073427" y="1985597"/>
            <a:ext cx="2723823" cy="987308"/>
          </a:xfrm>
          <a:prstGeom prst="wedgeRoundRectCallout">
            <a:avLst>
              <a:gd name="adj1" fmla="val -36676"/>
              <a:gd name="adj2" fmla="val 101113"/>
              <a:gd name="adj3" fmla="val 16667"/>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8A730E1-518F-F37F-9061-999F1F00FDAE}"/>
              </a:ext>
            </a:extLst>
          </p:cNvPr>
          <p:cNvSpPr txBox="1"/>
          <p:nvPr/>
        </p:nvSpPr>
        <p:spPr>
          <a:xfrm>
            <a:off x="9073426" y="2294585"/>
            <a:ext cx="2723823" cy="369332"/>
          </a:xfrm>
          <a:prstGeom prst="rect">
            <a:avLst/>
          </a:prstGeom>
          <a:noFill/>
        </p:spPr>
        <p:txBody>
          <a:bodyPr wrap="none" rtlCol="0">
            <a:spAutoFit/>
          </a:bodyPr>
          <a:lstStyle/>
          <a:p>
            <a:pPr algn="ctr"/>
            <a:r>
              <a:rPr kumimoji="1" lang="ja-JP" altLang="en-US" b="1"/>
              <a:t>他資源の遊休時間に利用</a:t>
            </a:r>
          </a:p>
        </p:txBody>
      </p:sp>
    </p:spTree>
    <p:extLst>
      <p:ext uri="{BB962C8B-B14F-4D97-AF65-F5344CB8AC3E}">
        <p14:creationId xmlns:p14="http://schemas.microsoft.com/office/powerpoint/2010/main" val="1560374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四角形: 角を丸くする 2">
            <a:extLst>
              <a:ext uri="{FF2B5EF4-FFF2-40B4-BE49-F238E27FC236}">
                <a16:creationId xmlns:a16="http://schemas.microsoft.com/office/drawing/2014/main" id="{2B105007-E1D6-2D5D-F152-5202985386E4}"/>
              </a:ext>
            </a:extLst>
          </p:cNvPr>
          <p:cNvSpPr/>
          <p:nvPr/>
        </p:nvSpPr>
        <p:spPr>
          <a:xfrm>
            <a:off x="286101" y="1211720"/>
            <a:ext cx="11427195" cy="22888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342BA726-CB51-AB18-359B-A449BB1A1139}"/>
              </a:ext>
            </a:extLst>
          </p:cNvPr>
          <p:cNvSpPr>
            <a:spLocks noGrp="1"/>
          </p:cNvSpPr>
          <p:nvPr>
            <p:ph type="title"/>
          </p:nvPr>
        </p:nvSpPr>
        <p:spPr/>
        <p:txBody>
          <a:bodyPr/>
          <a:lstStyle/>
          <a:p>
            <a:r>
              <a:rPr lang="ja-JP" altLang="en-US" b="1">
                <a:latin typeface="メイリオ" panose="020B0604030504040204" pitchFamily="50" charset="-128"/>
                <a:ea typeface="メイリオ" panose="020B0604030504040204" pitchFamily="50" charset="-128"/>
              </a:rPr>
              <a:t>研究目的</a:t>
            </a:r>
            <a:endParaRPr kumimoji="1" lang="ja-JP" altLang="en-US"/>
          </a:p>
        </p:txBody>
      </p:sp>
      <p:sp>
        <p:nvSpPr>
          <p:cNvPr id="4" name="スライド番号プレースホルダー 3">
            <a:extLst>
              <a:ext uri="{FF2B5EF4-FFF2-40B4-BE49-F238E27FC236}">
                <a16:creationId xmlns:a16="http://schemas.microsoft.com/office/drawing/2014/main" id="{08775162-1789-39EE-819D-E13CD2D3C08D}"/>
              </a:ext>
            </a:extLst>
          </p:cNvPr>
          <p:cNvSpPr>
            <a:spLocks noGrp="1"/>
          </p:cNvSpPr>
          <p:nvPr>
            <p:ph type="sldNum" sz="quarter" idx="12"/>
          </p:nvPr>
        </p:nvSpPr>
        <p:spPr/>
        <p:txBody>
          <a:bodyPr/>
          <a:lstStyle/>
          <a:p>
            <a:fld id="{8D1BC46D-89B1-41A3-BBA1-F56BEABD0A90}" type="slidenum">
              <a:rPr lang="ja-JP" altLang="en-US" smtClean="0"/>
              <a:pPr/>
              <a:t>4</a:t>
            </a:fld>
            <a:endParaRPr lang="ja-JP" altLang="en-US"/>
          </a:p>
        </p:txBody>
      </p:sp>
      <p:sp>
        <p:nvSpPr>
          <p:cNvPr id="41" name="テキスト ボックス 40">
            <a:extLst>
              <a:ext uri="{FF2B5EF4-FFF2-40B4-BE49-F238E27FC236}">
                <a16:creationId xmlns:a16="http://schemas.microsoft.com/office/drawing/2014/main" id="{E324E133-541E-36FF-73C0-02DDB9A8A616}"/>
              </a:ext>
            </a:extLst>
          </p:cNvPr>
          <p:cNvSpPr txBox="1"/>
          <p:nvPr/>
        </p:nvSpPr>
        <p:spPr>
          <a:xfrm>
            <a:off x="629222" y="966787"/>
            <a:ext cx="10724578" cy="4924425"/>
          </a:xfrm>
          <a:prstGeom prst="rect">
            <a:avLst/>
          </a:prstGeom>
          <a:noFill/>
        </p:spPr>
        <p:txBody>
          <a:bodyPr wrap="square" rtlCol="0">
            <a:spAutoFit/>
          </a:bodyPr>
          <a:lstStyle/>
          <a:p>
            <a:pPr>
              <a:lnSpc>
                <a:spcPct val="200000"/>
              </a:lnSpc>
            </a:pPr>
            <a:r>
              <a:rPr lang="ja-JP" altLang="en-US" sz="2800" b="1">
                <a:solidFill>
                  <a:schemeClr val="accent3">
                    <a:lumMod val="75000"/>
                  </a:schemeClr>
                </a:solidFill>
              </a:rPr>
              <a:t>目的：</a:t>
            </a:r>
            <a:r>
              <a:rPr lang="ja-JP" altLang="en-US" sz="2800" b="1" u="sng">
                <a:solidFill>
                  <a:schemeClr val="accent3">
                    <a:lumMod val="75000"/>
                  </a:schemeClr>
                </a:solidFill>
              </a:rPr>
              <a:t>「</a:t>
            </a:r>
            <a:r>
              <a:rPr lang="en-US" altLang="ja-JP" sz="2800" b="1" u="sng">
                <a:solidFill>
                  <a:schemeClr val="accent3">
                    <a:lumMod val="75000"/>
                  </a:schemeClr>
                </a:solidFill>
              </a:rPr>
              <a:t>ACP</a:t>
            </a:r>
            <a:r>
              <a:rPr lang="ja-JP" altLang="en-US" sz="2800" b="1" u="sng">
                <a:solidFill>
                  <a:schemeClr val="accent3">
                    <a:lumMod val="75000"/>
                  </a:schemeClr>
                </a:solidFill>
              </a:rPr>
              <a:t>」の普及と持続的な運用</a:t>
            </a:r>
            <a:endParaRPr lang="en-US" altLang="ja-JP" sz="2800" b="1" u="sng">
              <a:solidFill>
                <a:schemeClr val="accent3">
                  <a:lumMod val="75000"/>
                </a:schemeClr>
              </a:solidFill>
            </a:endParaRPr>
          </a:p>
          <a:p>
            <a:pPr>
              <a:lnSpc>
                <a:spcPct val="200000"/>
              </a:lnSpc>
            </a:pPr>
            <a:r>
              <a:rPr lang="en-US" altLang="ja-JP" sz="2400"/>
              <a:t>GPU</a:t>
            </a:r>
            <a:r>
              <a:rPr lang="ja-JP" altLang="en-US" sz="2400"/>
              <a:t>を保有するユーザー同士の</a:t>
            </a:r>
            <a:r>
              <a:rPr lang="ja-JP" altLang="en-US" sz="2400" b="1"/>
              <a:t>新しい形態の共有サービス</a:t>
            </a:r>
            <a:r>
              <a:rPr lang="ja-JP" altLang="en-US" sz="2400"/>
              <a:t>において、普及・持続が可能となる運用ルールを構築すること。</a:t>
            </a:r>
            <a:endParaRPr lang="en-US" altLang="ja-JP" sz="2400"/>
          </a:p>
          <a:p>
            <a:pPr>
              <a:lnSpc>
                <a:spcPct val="200000"/>
              </a:lnSpc>
            </a:pPr>
            <a:r>
              <a:rPr lang="en-US" altLang="ja-JP" sz="2400"/>
              <a:t>       ACP</a:t>
            </a:r>
            <a:r>
              <a:rPr lang="ja-JP" altLang="en-US" sz="2400"/>
              <a:t>の普及・持続には、システム内に多くの計算資源が必要</a:t>
            </a:r>
            <a:endParaRPr lang="en-US" altLang="ja-JP" sz="2400"/>
          </a:p>
          <a:p>
            <a:pPr>
              <a:lnSpc>
                <a:spcPct val="200000"/>
              </a:lnSpc>
            </a:pPr>
            <a:r>
              <a:rPr lang="ja-JP" altLang="en-US" sz="2400"/>
              <a:t>　                </a:t>
            </a:r>
            <a:r>
              <a:rPr lang="ja-JP" altLang="en-US" sz="2400" b="1">
                <a:solidFill>
                  <a:schemeClr val="accent2"/>
                </a:solidFill>
              </a:rPr>
              <a:t>善意による提供</a:t>
            </a:r>
            <a:r>
              <a:rPr lang="ja-JP" altLang="en-US" sz="2400">
                <a:solidFill>
                  <a:schemeClr val="accent2"/>
                </a:solidFill>
              </a:rPr>
              <a:t>ではなく、ユーザーが</a:t>
            </a:r>
            <a:endParaRPr lang="en-US" altLang="ja-JP" sz="2400">
              <a:solidFill>
                <a:schemeClr val="accent2"/>
              </a:solidFill>
            </a:endParaRPr>
          </a:p>
          <a:p>
            <a:pPr>
              <a:lnSpc>
                <a:spcPct val="200000"/>
              </a:lnSpc>
            </a:pPr>
            <a:r>
              <a:rPr lang="ja-JP" altLang="en-US" sz="2400" b="1">
                <a:solidFill>
                  <a:schemeClr val="accent3">
                    <a:lumMod val="75000"/>
                  </a:schemeClr>
                </a:solidFill>
              </a:rPr>
              <a:t>　　　</a:t>
            </a:r>
            <a:r>
              <a:rPr lang="ja-JP" altLang="en-US" sz="2400" b="1" u="sng">
                <a:solidFill>
                  <a:schemeClr val="accent3">
                    <a:lumMod val="75000"/>
                  </a:schemeClr>
                </a:solidFill>
              </a:rPr>
              <a:t>自発的に資源を提供するインセンティブの設計</a:t>
            </a:r>
            <a:endParaRPr lang="en-US" altLang="ja-JP" sz="2400" u="sng">
              <a:solidFill>
                <a:schemeClr val="accent3">
                  <a:lumMod val="75000"/>
                </a:schemeClr>
              </a:solidFill>
            </a:endParaRPr>
          </a:p>
          <a:p>
            <a:endParaRPr kumimoji="1" lang="ja-JP" altLang="en-US"/>
          </a:p>
        </p:txBody>
      </p:sp>
      <p:sp>
        <p:nvSpPr>
          <p:cNvPr id="9" name="吹き出し: 角を丸めた四角形 8">
            <a:extLst>
              <a:ext uri="{FF2B5EF4-FFF2-40B4-BE49-F238E27FC236}">
                <a16:creationId xmlns:a16="http://schemas.microsoft.com/office/drawing/2014/main" id="{06E7C8C2-A0DB-8D97-A082-9F94D6C4BB9D}"/>
              </a:ext>
            </a:extLst>
          </p:cNvPr>
          <p:cNvSpPr/>
          <p:nvPr/>
        </p:nvSpPr>
        <p:spPr>
          <a:xfrm>
            <a:off x="7926715" y="2670622"/>
            <a:ext cx="3234088" cy="554620"/>
          </a:xfrm>
          <a:prstGeom prst="wedgeRoundRectCallout">
            <a:avLst>
              <a:gd name="adj1" fmla="val -53797"/>
              <a:gd name="adj2" fmla="val -7905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t>提供者＝利用者</a:t>
            </a:r>
          </a:p>
        </p:txBody>
      </p:sp>
      <p:sp>
        <p:nvSpPr>
          <p:cNvPr id="5" name="矢印: 右 4">
            <a:extLst>
              <a:ext uri="{FF2B5EF4-FFF2-40B4-BE49-F238E27FC236}">
                <a16:creationId xmlns:a16="http://schemas.microsoft.com/office/drawing/2014/main" id="{1DB612DE-D3AD-7135-999F-658024A97E6B}"/>
              </a:ext>
            </a:extLst>
          </p:cNvPr>
          <p:cNvSpPr/>
          <p:nvPr/>
        </p:nvSpPr>
        <p:spPr>
          <a:xfrm>
            <a:off x="427268" y="4603214"/>
            <a:ext cx="1092991" cy="5161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34224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9CE2DA86-15D3-3D29-A8DC-6BF2A3868776}"/>
              </a:ext>
            </a:extLst>
          </p:cNvPr>
          <p:cNvSpPr>
            <a:spLocks noGrp="1"/>
          </p:cNvSpPr>
          <p:nvPr>
            <p:ph idx="1"/>
          </p:nvPr>
        </p:nvSpPr>
        <p:spPr>
          <a:xfrm>
            <a:off x="763349" y="926540"/>
            <a:ext cx="10515600" cy="5327012"/>
          </a:xfrm>
        </p:spPr>
        <p:txBody>
          <a:bodyPr/>
          <a:lstStyle/>
          <a:p>
            <a:pPr marL="0" indent="0">
              <a:lnSpc>
                <a:spcPct val="200000"/>
              </a:lnSpc>
              <a:buNone/>
            </a:pPr>
            <a:r>
              <a:rPr lang="ja-JP" altLang="en-US" b="1">
                <a:solidFill>
                  <a:schemeClr val="accent3">
                    <a:lumMod val="75000"/>
                  </a:schemeClr>
                </a:solidFill>
              </a:rPr>
              <a:t>課題：</a:t>
            </a:r>
            <a:r>
              <a:rPr lang="ja-JP" altLang="en-US" b="1" u="sng">
                <a:solidFill>
                  <a:schemeClr val="accent3">
                    <a:lumMod val="75000"/>
                  </a:schemeClr>
                </a:solidFill>
              </a:rPr>
              <a:t>高性能な</a:t>
            </a:r>
            <a:r>
              <a:rPr lang="en-US" altLang="ja-JP" b="1" u="sng">
                <a:solidFill>
                  <a:schemeClr val="accent3">
                    <a:lumMod val="75000"/>
                  </a:schemeClr>
                </a:solidFill>
              </a:rPr>
              <a:t>GPU</a:t>
            </a:r>
            <a:r>
              <a:rPr lang="ja-JP" altLang="en-US" b="1" u="sng">
                <a:solidFill>
                  <a:schemeClr val="accent3">
                    <a:lumMod val="75000"/>
                  </a:schemeClr>
                </a:solidFill>
              </a:rPr>
              <a:t>の提供者が参加しにくい</a:t>
            </a:r>
            <a:endParaRPr lang="en-US" altLang="ja-JP" b="1" u="sng">
              <a:solidFill>
                <a:schemeClr val="accent3">
                  <a:lumMod val="75000"/>
                </a:schemeClr>
              </a:solidFill>
            </a:endParaRPr>
          </a:p>
        </p:txBody>
      </p:sp>
      <p:sp>
        <p:nvSpPr>
          <p:cNvPr id="5" name="楕円 4">
            <a:extLst>
              <a:ext uri="{FF2B5EF4-FFF2-40B4-BE49-F238E27FC236}">
                <a16:creationId xmlns:a16="http://schemas.microsoft.com/office/drawing/2014/main" id="{7808E865-6A3F-1574-BE92-4F6A2EB2CCB6}"/>
              </a:ext>
            </a:extLst>
          </p:cNvPr>
          <p:cNvSpPr/>
          <p:nvPr/>
        </p:nvSpPr>
        <p:spPr>
          <a:xfrm>
            <a:off x="3702855" y="2189356"/>
            <a:ext cx="4399499" cy="111220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0382AD92-E30B-361B-31EA-59AE651F5778}"/>
              </a:ext>
            </a:extLst>
          </p:cNvPr>
          <p:cNvSpPr>
            <a:spLocks noGrp="1"/>
          </p:cNvSpPr>
          <p:nvPr>
            <p:ph type="title"/>
          </p:nvPr>
        </p:nvSpPr>
        <p:spPr/>
        <p:txBody>
          <a:bodyPr/>
          <a:lstStyle/>
          <a:p>
            <a:r>
              <a:rPr kumimoji="1" lang="ja-JP" altLang="en-US"/>
              <a:t>課題</a:t>
            </a:r>
          </a:p>
        </p:txBody>
      </p:sp>
      <p:sp>
        <p:nvSpPr>
          <p:cNvPr id="4" name="スライド番号プレースホルダー 3">
            <a:extLst>
              <a:ext uri="{FF2B5EF4-FFF2-40B4-BE49-F238E27FC236}">
                <a16:creationId xmlns:a16="http://schemas.microsoft.com/office/drawing/2014/main" id="{FFE58D5B-88FC-C0AB-3664-E844FC494419}"/>
              </a:ext>
            </a:extLst>
          </p:cNvPr>
          <p:cNvSpPr>
            <a:spLocks noGrp="1"/>
          </p:cNvSpPr>
          <p:nvPr>
            <p:ph type="sldNum" sz="quarter" idx="12"/>
          </p:nvPr>
        </p:nvSpPr>
        <p:spPr/>
        <p:txBody>
          <a:bodyPr/>
          <a:lstStyle/>
          <a:p>
            <a:fld id="{8D1BC46D-89B1-41A3-BBA1-F56BEABD0A90}" type="slidenum">
              <a:rPr lang="ja-JP" altLang="en-US" smtClean="0"/>
              <a:pPr/>
              <a:t>5</a:t>
            </a:fld>
            <a:endParaRPr lang="ja-JP" altLang="en-US"/>
          </a:p>
        </p:txBody>
      </p:sp>
      <p:sp>
        <p:nvSpPr>
          <p:cNvPr id="47" name="テキスト ボックス 46">
            <a:extLst>
              <a:ext uri="{FF2B5EF4-FFF2-40B4-BE49-F238E27FC236}">
                <a16:creationId xmlns:a16="http://schemas.microsoft.com/office/drawing/2014/main" id="{8C922CC7-B019-5A58-8C17-809C4B6A356E}"/>
              </a:ext>
            </a:extLst>
          </p:cNvPr>
          <p:cNvSpPr txBox="1"/>
          <p:nvPr/>
        </p:nvSpPr>
        <p:spPr>
          <a:xfrm>
            <a:off x="-88117" y="3984317"/>
            <a:ext cx="6167176" cy="830997"/>
          </a:xfrm>
          <a:prstGeom prst="rect">
            <a:avLst/>
          </a:prstGeom>
          <a:noFill/>
          <a:ln>
            <a:noFill/>
          </a:ln>
        </p:spPr>
        <p:txBody>
          <a:bodyPr wrap="square" rtlCol="0">
            <a:spAutoFit/>
          </a:bodyPr>
          <a:lstStyle/>
          <a:p>
            <a:pPr algn="ctr"/>
            <a:r>
              <a:rPr kumimoji="1" lang="ja-JP" altLang="en-US" sz="2400" b="1"/>
              <a:t>資源所有者が自分の</a:t>
            </a:r>
            <a:endParaRPr kumimoji="1" lang="en-US" altLang="ja-JP" sz="2400" b="1"/>
          </a:p>
          <a:p>
            <a:pPr algn="ctr"/>
            <a:r>
              <a:rPr kumimoji="1" lang="en-US" altLang="ja-JP" sz="2400" b="1"/>
              <a:t>GPU</a:t>
            </a:r>
            <a:r>
              <a:rPr kumimoji="1" lang="ja-JP" altLang="en-US" sz="2400" b="1"/>
              <a:t>を自由に使えない</a:t>
            </a:r>
          </a:p>
        </p:txBody>
      </p:sp>
      <p:sp>
        <p:nvSpPr>
          <p:cNvPr id="39" name="コンテンツ プレースホルダー 2">
            <a:extLst>
              <a:ext uri="{FF2B5EF4-FFF2-40B4-BE49-F238E27FC236}">
                <a16:creationId xmlns:a16="http://schemas.microsoft.com/office/drawing/2014/main" id="{140A9F7B-5094-1145-CABD-B246C3FDD88B}"/>
              </a:ext>
            </a:extLst>
          </p:cNvPr>
          <p:cNvSpPr txBox="1">
            <a:spLocks/>
          </p:cNvSpPr>
          <p:nvPr/>
        </p:nvSpPr>
        <p:spPr>
          <a:xfrm>
            <a:off x="1803519" y="5823599"/>
            <a:ext cx="10515600" cy="6313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u="sng">
                <a:solidFill>
                  <a:schemeClr val="accent2"/>
                </a:solidFill>
              </a:rPr>
              <a:t>提供者の利便性を最優先で保証する運用が必要</a:t>
            </a:r>
          </a:p>
        </p:txBody>
      </p:sp>
      <p:sp>
        <p:nvSpPr>
          <p:cNvPr id="9" name="テキスト ボックス 8">
            <a:extLst>
              <a:ext uri="{FF2B5EF4-FFF2-40B4-BE49-F238E27FC236}">
                <a16:creationId xmlns:a16="http://schemas.microsoft.com/office/drawing/2014/main" id="{8A85EFBF-F54E-70A5-D158-37C7AE14C7CF}"/>
              </a:ext>
            </a:extLst>
          </p:cNvPr>
          <p:cNvSpPr txBox="1"/>
          <p:nvPr/>
        </p:nvSpPr>
        <p:spPr>
          <a:xfrm>
            <a:off x="7509496" y="3988116"/>
            <a:ext cx="2822390" cy="830997"/>
          </a:xfrm>
          <a:prstGeom prst="rect">
            <a:avLst/>
          </a:prstGeom>
          <a:noFill/>
          <a:ln>
            <a:noFill/>
          </a:ln>
        </p:spPr>
        <p:txBody>
          <a:bodyPr wrap="square" rtlCol="0">
            <a:spAutoFit/>
          </a:bodyPr>
          <a:lstStyle/>
          <a:p>
            <a:pPr algn="ctr"/>
            <a:r>
              <a:rPr kumimoji="1" lang="ja-JP" altLang="en-US" sz="2400" b="1"/>
              <a:t>所有者が資源を</a:t>
            </a:r>
            <a:endParaRPr kumimoji="1" lang="en-US" altLang="ja-JP" sz="2400" b="1"/>
          </a:p>
          <a:p>
            <a:pPr algn="ctr"/>
            <a:r>
              <a:rPr kumimoji="1" lang="ja-JP" altLang="en-US" sz="2400" b="1"/>
              <a:t>提供しなくなる</a:t>
            </a:r>
          </a:p>
        </p:txBody>
      </p:sp>
      <p:sp>
        <p:nvSpPr>
          <p:cNvPr id="14" name="テキスト ボックス 13">
            <a:extLst>
              <a:ext uri="{FF2B5EF4-FFF2-40B4-BE49-F238E27FC236}">
                <a16:creationId xmlns:a16="http://schemas.microsoft.com/office/drawing/2014/main" id="{8C1294A3-72BA-7BCA-A2D7-469CF5BB4786}"/>
              </a:ext>
            </a:extLst>
          </p:cNvPr>
          <p:cNvSpPr txBox="1"/>
          <p:nvPr/>
        </p:nvSpPr>
        <p:spPr>
          <a:xfrm>
            <a:off x="3595340" y="2423878"/>
            <a:ext cx="4651581" cy="1107996"/>
          </a:xfrm>
          <a:prstGeom prst="rect">
            <a:avLst/>
          </a:prstGeom>
          <a:noFill/>
        </p:spPr>
        <p:txBody>
          <a:bodyPr wrap="square" rtlCol="0">
            <a:spAutoFit/>
          </a:bodyPr>
          <a:lstStyle/>
          <a:p>
            <a:pPr algn="ctr"/>
            <a:r>
              <a:rPr lang="ja-JP" altLang="en-US" sz="2400" b="1"/>
              <a:t>システム内で高性能な</a:t>
            </a:r>
            <a:r>
              <a:rPr lang="en-US" altLang="ja-JP" sz="2400" b="1"/>
              <a:t>GPU</a:t>
            </a:r>
          </a:p>
          <a:p>
            <a:pPr algn="ctr"/>
            <a:r>
              <a:rPr lang="ja-JP" altLang="en-US" sz="2400" b="1"/>
              <a:t>は他ユーザに人気</a:t>
            </a:r>
            <a:endParaRPr lang="en-US" altLang="ja-JP" sz="2400" b="1"/>
          </a:p>
          <a:p>
            <a:endParaRPr kumimoji="1" lang="ja-JP" altLang="en-US"/>
          </a:p>
        </p:txBody>
      </p:sp>
      <p:cxnSp>
        <p:nvCxnSpPr>
          <p:cNvPr id="17" name="コネクタ: 曲線 16">
            <a:extLst>
              <a:ext uri="{FF2B5EF4-FFF2-40B4-BE49-F238E27FC236}">
                <a16:creationId xmlns:a16="http://schemas.microsoft.com/office/drawing/2014/main" id="{25D2585F-6876-844D-71FD-128D0E8CFA1B}"/>
              </a:ext>
            </a:extLst>
          </p:cNvPr>
          <p:cNvCxnSpPr>
            <a:cxnSpLocks/>
            <a:stCxn id="10" idx="6"/>
            <a:endCxn id="14" idx="3"/>
          </p:cNvCxnSpPr>
          <p:nvPr/>
        </p:nvCxnSpPr>
        <p:spPr>
          <a:xfrm flipH="1" flipV="1">
            <a:off x="8246921" y="2977876"/>
            <a:ext cx="2906648" cy="1458063"/>
          </a:xfrm>
          <a:prstGeom prst="curvedConnector3">
            <a:avLst>
              <a:gd name="adj1" fmla="val -15809"/>
            </a:avLst>
          </a:prstGeom>
          <a:ln w="130175">
            <a:tailEnd type="triangle"/>
          </a:ln>
        </p:spPr>
        <p:style>
          <a:lnRef idx="2">
            <a:schemeClr val="accent1"/>
          </a:lnRef>
          <a:fillRef idx="0">
            <a:schemeClr val="accent1"/>
          </a:fillRef>
          <a:effectRef idx="1">
            <a:schemeClr val="accent1"/>
          </a:effectRef>
          <a:fontRef idx="minor">
            <a:schemeClr val="tx1"/>
          </a:fontRef>
        </p:style>
      </p:cxnSp>
      <p:sp>
        <p:nvSpPr>
          <p:cNvPr id="8" name="楕円 7">
            <a:extLst>
              <a:ext uri="{FF2B5EF4-FFF2-40B4-BE49-F238E27FC236}">
                <a16:creationId xmlns:a16="http://schemas.microsoft.com/office/drawing/2014/main" id="{B9251A78-F9AA-71D2-1417-6AE9E1CC6A00}"/>
              </a:ext>
            </a:extLst>
          </p:cNvPr>
          <p:cNvSpPr/>
          <p:nvPr/>
        </p:nvSpPr>
        <p:spPr>
          <a:xfrm>
            <a:off x="824937" y="3847512"/>
            <a:ext cx="4399499" cy="111220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3250D516-3709-566A-C162-7900482E55B2}"/>
              </a:ext>
            </a:extLst>
          </p:cNvPr>
          <p:cNvSpPr/>
          <p:nvPr/>
        </p:nvSpPr>
        <p:spPr>
          <a:xfrm>
            <a:off x="6754070" y="3879836"/>
            <a:ext cx="4399499" cy="111220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コネクタ: 曲線 29">
            <a:extLst>
              <a:ext uri="{FF2B5EF4-FFF2-40B4-BE49-F238E27FC236}">
                <a16:creationId xmlns:a16="http://schemas.microsoft.com/office/drawing/2014/main" id="{96CB7BCD-C1FE-14D6-3632-26F6094732BE}"/>
              </a:ext>
            </a:extLst>
          </p:cNvPr>
          <p:cNvCxnSpPr>
            <a:cxnSpLocks/>
            <a:stCxn id="14" idx="1"/>
            <a:endCxn id="8" idx="2"/>
          </p:cNvCxnSpPr>
          <p:nvPr/>
        </p:nvCxnSpPr>
        <p:spPr>
          <a:xfrm rot="10800000" flipV="1">
            <a:off x="824938" y="2977875"/>
            <a:ext cx="2770403" cy="1425739"/>
          </a:xfrm>
          <a:prstGeom prst="curvedConnector3">
            <a:avLst>
              <a:gd name="adj1" fmla="val 108252"/>
            </a:avLst>
          </a:prstGeom>
          <a:ln w="130175">
            <a:tailEnd type="triangle"/>
          </a:ln>
        </p:spPr>
        <p:style>
          <a:lnRef idx="2">
            <a:schemeClr val="accent1"/>
          </a:lnRef>
          <a:fillRef idx="0">
            <a:schemeClr val="accent1"/>
          </a:fillRef>
          <a:effectRef idx="1">
            <a:schemeClr val="accent1"/>
          </a:effectRef>
          <a:fontRef idx="minor">
            <a:schemeClr val="tx1"/>
          </a:fontRef>
        </p:style>
      </p:cxnSp>
      <p:cxnSp>
        <p:nvCxnSpPr>
          <p:cNvPr id="36" name="コネクタ: 曲線 35">
            <a:extLst>
              <a:ext uri="{FF2B5EF4-FFF2-40B4-BE49-F238E27FC236}">
                <a16:creationId xmlns:a16="http://schemas.microsoft.com/office/drawing/2014/main" id="{FB083D6C-ACD2-E4EC-82D8-42A64B0F594A}"/>
              </a:ext>
            </a:extLst>
          </p:cNvPr>
          <p:cNvCxnSpPr>
            <a:cxnSpLocks/>
            <a:stCxn id="8" idx="4"/>
            <a:endCxn id="10" idx="4"/>
          </p:cNvCxnSpPr>
          <p:nvPr/>
        </p:nvCxnSpPr>
        <p:spPr>
          <a:xfrm rot="16200000" flipH="1">
            <a:off x="5973091" y="2011313"/>
            <a:ext cx="32324" cy="5929133"/>
          </a:xfrm>
          <a:prstGeom prst="curvedConnector3">
            <a:avLst>
              <a:gd name="adj1" fmla="val 1378700"/>
            </a:avLst>
          </a:prstGeom>
          <a:ln w="130175">
            <a:tailEnd type="triangle"/>
          </a:ln>
        </p:spPr>
        <p:style>
          <a:lnRef idx="2">
            <a:schemeClr val="accent1"/>
          </a:lnRef>
          <a:fillRef idx="0">
            <a:schemeClr val="accent1"/>
          </a:fillRef>
          <a:effectRef idx="1">
            <a:schemeClr val="accent1"/>
          </a:effectRef>
          <a:fontRef idx="minor">
            <a:schemeClr val="tx1"/>
          </a:fontRef>
        </p:style>
      </p:cxnSp>
      <p:sp>
        <p:nvSpPr>
          <p:cNvPr id="44" name="テキスト ボックス 43">
            <a:extLst>
              <a:ext uri="{FF2B5EF4-FFF2-40B4-BE49-F238E27FC236}">
                <a16:creationId xmlns:a16="http://schemas.microsoft.com/office/drawing/2014/main" id="{CAC1A2AC-AB56-AABB-7477-9C40E2FE1CED}"/>
              </a:ext>
            </a:extLst>
          </p:cNvPr>
          <p:cNvSpPr txBox="1"/>
          <p:nvPr/>
        </p:nvSpPr>
        <p:spPr>
          <a:xfrm>
            <a:off x="5124975" y="3642435"/>
            <a:ext cx="1629095" cy="523220"/>
          </a:xfrm>
          <a:prstGeom prst="rect">
            <a:avLst/>
          </a:prstGeom>
          <a:solidFill>
            <a:schemeClr val="bg1">
              <a:lumMod val="85000"/>
            </a:schemeClr>
          </a:solidFill>
        </p:spPr>
        <p:txBody>
          <a:bodyPr wrap="square" rtlCol="0">
            <a:spAutoFit/>
          </a:bodyPr>
          <a:lstStyle/>
          <a:p>
            <a:r>
              <a:rPr lang="ja-JP" altLang="en-US" sz="2800" b="1">
                <a:solidFill>
                  <a:schemeClr val="accent3">
                    <a:lumMod val="75000"/>
                  </a:schemeClr>
                </a:solidFill>
              </a:rPr>
              <a:t>負の連鎖</a:t>
            </a:r>
            <a:endParaRPr kumimoji="1" lang="ja-JP" altLang="en-US" sz="2800" b="1">
              <a:solidFill>
                <a:schemeClr val="accent3">
                  <a:lumMod val="75000"/>
                </a:schemeClr>
              </a:solidFill>
            </a:endParaRPr>
          </a:p>
        </p:txBody>
      </p:sp>
    </p:spTree>
    <p:extLst>
      <p:ext uri="{BB962C8B-B14F-4D97-AF65-F5344CB8AC3E}">
        <p14:creationId xmlns:p14="http://schemas.microsoft.com/office/powerpoint/2010/main" val="3266535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コンテンツ プレースホルダー 5" descr="ダイアグラム&#10;&#10;AI 生成コンテンツは誤りを含む可能性があります。">
            <a:extLst>
              <a:ext uri="{FF2B5EF4-FFF2-40B4-BE49-F238E27FC236}">
                <a16:creationId xmlns:a16="http://schemas.microsoft.com/office/drawing/2014/main" id="{C4F2CA39-E9E7-93DD-C9B3-840DA3575A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5903" y="2405440"/>
            <a:ext cx="7463125" cy="4404146"/>
          </a:xfrm>
          <a:prstGeom prst="rect">
            <a:avLst/>
          </a:prstGeom>
        </p:spPr>
      </p:pic>
      <p:sp>
        <p:nvSpPr>
          <p:cNvPr id="2" name="タイトル 1">
            <a:extLst>
              <a:ext uri="{FF2B5EF4-FFF2-40B4-BE49-F238E27FC236}">
                <a16:creationId xmlns:a16="http://schemas.microsoft.com/office/drawing/2014/main" id="{10FB8406-F743-92A1-05EF-EA728E2F5212}"/>
              </a:ext>
            </a:extLst>
          </p:cNvPr>
          <p:cNvSpPr>
            <a:spLocks noGrp="1"/>
          </p:cNvSpPr>
          <p:nvPr>
            <p:ph type="title"/>
          </p:nvPr>
        </p:nvSpPr>
        <p:spPr/>
        <p:txBody>
          <a:bodyPr/>
          <a:lstStyle/>
          <a:p>
            <a:r>
              <a:rPr lang="ja-JP" altLang="en-US" b="1">
                <a:latin typeface="メイリオ" panose="020B0604030504040204" pitchFamily="50" charset="-128"/>
                <a:ea typeface="メイリオ" panose="020B0604030504040204" pitchFamily="50" charset="-128"/>
              </a:rPr>
              <a:t>提案基盤</a:t>
            </a:r>
            <a:endParaRPr kumimoji="1" lang="ja-JP" altLang="en-US"/>
          </a:p>
        </p:txBody>
      </p:sp>
      <p:sp>
        <p:nvSpPr>
          <p:cNvPr id="4" name="スライド番号プレースホルダー 3">
            <a:extLst>
              <a:ext uri="{FF2B5EF4-FFF2-40B4-BE49-F238E27FC236}">
                <a16:creationId xmlns:a16="http://schemas.microsoft.com/office/drawing/2014/main" id="{FB6CCCC4-A7FC-777A-0E71-B2F49189DDCA}"/>
              </a:ext>
            </a:extLst>
          </p:cNvPr>
          <p:cNvSpPr>
            <a:spLocks noGrp="1"/>
          </p:cNvSpPr>
          <p:nvPr>
            <p:ph type="sldNum" sz="quarter" idx="12"/>
          </p:nvPr>
        </p:nvSpPr>
        <p:spPr/>
        <p:txBody>
          <a:bodyPr/>
          <a:lstStyle/>
          <a:p>
            <a:fld id="{8D1BC46D-89B1-41A3-BBA1-F56BEABD0A90}" type="slidenum">
              <a:rPr lang="ja-JP" altLang="en-US" smtClean="0"/>
              <a:pPr/>
              <a:t>6</a:t>
            </a:fld>
            <a:endParaRPr lang="ja-JP" altLang="en-US"/>
          </a:p>
        </p:txBody>
      </p:sp>
      <p:sp>
        <p:nvSpPr>
          <p:cNvPr id="60" name="正方形/長方形 59">
            <a:extLst>
              <a:ext uri="{FF2B5EF4-FFF2-40B4-BE49-F238E27FC236}">
                <a16:creationId xmlns:a16="http://schemas.microsoft.com/office/drawing/2014/main" id="{BE870CD7-9D8E-61BC-8008-C1DC2D66E354}"/>
              </a:ext>
            </a:extLst>
          </p:cNvPr>
          <p:cNvSpPr/>
          <p:nvPr/>
        </p:nvSpPr>
        <p:spPr>
          <a:xfrm>
            <a:off x="2983345" y="2128349"/>
            <a:ext cx="5689600" cy="277091"/>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正方形/長方形 60">
            <a:extLst>
              <a:ext uri="{FF2B5EF4-FFF2-40B4-BE49-F238E27FC236}">
                <a16:creationId xmlns:a16="http://schemas.microsoft.com/office/drawing/2014/main" id="{6ECF8C11-1749-EF70-A396-65C0E4FB1C45}"/>
              </a:ext>
            </a:extLst>
          </p:cNvPr>
          <p:cNvSpPr/>
          <p:nvPr/>
        </p:nvSpPr>
        <p:spPr>
          <a:xfrm>
            <a:off x="1163784" y="1565836"/>
            <a:ext cx="9282546" cy="277091"/>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テキスト ボックス 62">
            <a:extLst>
              <a:ext uri="{FF2B5EF4-FFF2-40B4-BE49-F238E27FC236}">
                <a16:creationId xmlns:a16="http://schemas.microsoft.com/office/drawing/2014/main" id="{E4DB6871-A1AF-4AD2-68B8-EA48012E1F19}"/>
              </a:ext>
            </a:extLst>
          </p:cNvPr>
          <p:cNvSpPr txBox="1"/>
          <p:nvPr/>
        </p:nvSpPr>
        <p:spPr>
          <a:xfrm>
            <a:off x="1071416" y="1279833"/>
            <a:ext cx="9559636" cy="1200329"/>
          </a:xfrm>
          <a:prstGeom prst="rect">
            <a:avLst/>
          </a:prstGeom>
          <a:noFill/>
          <a:ln w="44450">
            <a:solidFill>
              <a:schemeClr val="bg1"/>
            </a:solidFill>
          </a:ln>
        </p:spPr>
        <p:txBody>
          <a:bodyPr wrap="square" rtlCol="0">
            <a:spAutoFit/>
          </a:bodyPr>
          <a:lstStyle/>
          <a:p>
            <a:pPr algn="ctr"/>
            <a:r>
              <a:rPr lang="ja-JP" altLang="en-US" sz="3600" b="1">
                <a:solidFill>
                  <a:schemeClr val="accent1">
                    <a:lumMod val="50000"/>
                  </a:schemeClr>
                </a:solidFill>
                <a:latin typeface="メイリオ" panose="020B0604030504040204" pitchFamily="50" charset="-128"/>
                <a:ea typeface="メイリオ" panose="020B0604030504040204" pitchFamily="50" charset="-128"/>
              </a:rPr>
              <a:t>所有者優先権を保証するプリエンプティブ方式を用いた学内</a:t>
            </a:r>
            <a:r>
              <a:rPr lang="en-US" altLang="ja-JP" sz="3600" b="1">
                <a:solidFill>
                  <a:schemeClr val="accent1">
                    <a:lumMod val="50000"/>
                  </a:schemeClr>
                </a:solidFill>
                <a:latin typeface="メイリオ" panose="020B0604030504040204" pitchFamily="50" charset="-128"/>
                <a:ea typeface="メイリオ" panose="020B0604030504040204" pitchFamily="50" charset="-128"/>
              </a:rPr>
              <a:t>GPU</a:t>
            </a:r>
            <a:r>
              <a:rPr lang="ja-JP" altLang="en-US" sz="3600" b="1">
                <a:solidFill>
                  <a:schemeClr val="accent1">
                    <a:lumMod val="50000"/>
                  </a:schemeClr>
                </a:solidFill>
                <a:latin typeface="メイリオ" panose="020B0604030504040204" pitchFamily="50" charset="-128"/>
                <a:ea typeface="メイリオ" panose="020B0604030504040204" pitchFamily="50" charset="-128"/>
              </a:rPr>
              <a:t>共有基盤</a:t>
            </a:r>
            <a:endParaRPr kumimoji="1" lang="ja-JP" altLang="en-US" sz="3600">
              <a:solidFill>
                <a:schemeClr val="accent1">
                  <a:lumMod val="50000"/>
                </a:schemeClr>
              </a:solidFill>
            </a:endParaRPr>
          </a:p>
        </p:txBody>
      </p:sp>
    </p:spTree>
    <p:extLst>
      <p:ext uri="{BB962C8B-B14F-4D97-AF65-F5344CB8AC3E}">
        <p14:creationId xmlns:p14="http://schemas.microsoft.com/office/powerpoint/2010/main" val="1912879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D60252-1501-71D8-6BC9-E78149346470}"/>
              </a:ext>
            </a:extLst>
          </p:cNvPr>
          <p:cNvSpPr>
            <a:spLocks noGrp="1"/>
          </p:cNvSpPr>
          <p:nvPr>
            <p:ph type="title"/>
          </p:nvPr>
        </p:nvSpPr>
        <p:spPr/>
        <p:txBody>
          <a:bodyPr/>
          <a:lstStyle/>
          <a:p>
            <a:r>
              <a:rPr lang="ja-JP" altLang="en-US" b="1"/>
              <a:t>割り込み機能がタスクの完了時間に与える影響</a:t>
            </a:r>
            <a:endParaRPr kumimoji="1" lang="ja-JP" altLang="en-US"/>
          </a:p>
        </p:txBody>
      </p:sp>
      <p:sp>
        <p:nvSpPr>
          <p:cNvPr id="4" name="スライド番号プレースホルダー 3">
            <a:extLst>
              <a:ext uri="{FF2B5EF4-FFF2-40B4-BE49-F238E27FC236}">
                <a16:creationId xmlns:a16="http://schemas.microsoft.com/office/drawing/2014/main" id="{421F459B-53A9-E0E5-DEC7-8DDFE962CFB9}"/>
              </a:ext>
            </a:extLst>
          </p:cNvPr>
          <p:cNvSpPr>
            <a:spLocks noGrp="1"/>
          </p:cNvSpPr>
          <p:nvPr>
            <p:ph type="sldNum" sz="quarter" idx="12"/>
          </p:nvPr>
        </p:nvSpPr>
        <p:spPr/>
        <p:txBody>
          <a:bodyPr/>
          <a:lstStyle/>
          <a:p>
            <a:fld id="{8D1BC46D-89B1-41A3-BBA1-F56BEABD0A90}" type="slidenum">
              <a:rPr lang="ja-JP" altLang="en-US" smtClean="0"/>
              <a:pPr/>
              <a:t>7</a:t>
            </a:fld>
            <a:endParaRPr lang="ja-JP" altLang="en-US"/>
          </a:p>
        </p:txBody>
      </p:sp>
      <p:sp>
        <p:nvSpPr>
          <p:cNvPr id="5" name="Rectangle 1">
            <a:extLst>
              <a:ext uri="{FF2B5EF4-FFF2-40B4-BE49-F238E27FC236}">
                <a16:creationId xmlns:a16="http://schemas.microsoft.com/office/drawing/2014/main" id="{CC2B7B21-3B66-E807-85F4-EC62EAD85EDA}"/>
              </a:ext>
            </a:extLst>
          </p:cNvPr>
          <p:cNvSpPr txBox="1">
            <a:spLocks noChangeArrowheads="1"/>
          </p:cNvSpPr>
          <p:nvPr/>
        </p:nvSpPr>
        <p:spPr bwMode="auto">
          <a:xfrm>
            <a:off x="704499" y="2915919"/>
            <a:ext cx="10128094" cy="4937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2000" b="1"/>
              <a:t>① 共有なし </a:t>
            </a:r>
            <a:endParaRPr lang="en-US" altLang="ja-JP" sz="2000" b="1"/>
          </a:p>
          <a:p>
            <a:pPr marL="0" indent="0">
              <a:buFont typeface="Arial" panose="020B0604020202020204" pitchFamily="34" charset="0"/>
              <a:buNone/>
            </a:pPr>
            <a:r>
              <a:rPr lang="en-US" altLang="ja-JP" sz="2000"/>
              <a:t>	</a:t>
            </a:r>
            <a:r>
              <a:rPr lang="ja-JP" altLang="en-US" sz="2000"/>
              <a:t>各ユーザーが自分の</a:t>
            </a:r>
            <a:r>
              <a:rPr lang="en-US" altLang="ja-JP" sz="2000"/>
              <a:t>GPU</a:t>
            </a:r>
            <a:r>
              <a:rPr lang="ja-JP" altLang="en-US" sz="2000"/>
              <a:t>のみを使用する</a:t>
            </a:r>
            <a:endParaRPr lang="en-US" altLang="ja-JP" sz="2000"/>
          </a:p>
          <a:p>
            <a:pPr marL="0" indent="0">
              <a:buFont typeface="Arial" panose="020B0604020202020204" pitchFamily="34" charset="0"/>
              <a:buNone/>
            </a:pPr>
            <a:r>
              <a:rPr lang="ja-JP" altLang="en-US" sz="2000" b="1"/>
              <a:t>② </a:t>
            </a:r>
            <a:r>
              <a:rPr lang="en-US" altLang="ja-JP" sz="2000" b="1"/>
              <a:t>FCFS</a:t>
            </a:r>
            <a:r>
              <a:rPr lang="ja-JP" altLang="en-US" sz="2000" b="1"/>
              <a:t>（先着順</a:t>
            </a:r>
            <a:r>
              <a:rPr lang="ja-JP" altLang="en-US" sz="2000"/>
              <a:t>）</a:t>
            </a:r>
            <a:r>
              <a:rPr lang="ja-JP" altLang="en-US" sz="2000" b="1"/>
              <a:t>方式</a:t>
            </a:r>
            <a:endParaRPr lang="en-US" altLang="ja-JP" sz="2000" b="1"/>
          </a:p>
          <a:p>
            <a:pPr marL="0" indent="0">
              <a:buFont typeface="Arial" panose="020B0604020202020204" pitchFamily="34" charset="0"/>
              <a:buNone/>
            </a:pPr>
            <a:r>
              <a:rPr lang="en-US" altLang="ja-JP" sz="2000"/>
              <a:t>	</a:t>
            </a:r>
            <a:r>
              <a:rPr lang="ja-JP" altLang="en-US" sz="2000"/>
              <a:t>全員が</a:t>
            </a:r>
            <a:r>
              <a:rPr lang="en-US" altLang="ja-JP" sz="2000"/>
              <a:t>ACP</a:t>
            </a:r>
            <a:r>
              <a:rPr lang="ja-JP" altLang="en-US" sz="2000"/>
              <a:t>上の全</a:t>
            </a:r>
            <a:r>
              <a:rPr lang="en-US" altLang="ja-JP" sz="2000"/>
              <a:t>GPU</a:t>
            </a:r>
            <a:r>
              <a:rPr lang="ja-JP" altLang="en-US" sz="2000"/>
              <a:t>を平等に利用</a:t>
            </a:r>
            <a:endParaRPr lang="en-US" altLang="ja-JP" sz="2000"/>
          </a:p>
          <a:p>
            <a:pPr marL="0" indent="0">
              <a:buFont typeface="Arial" panose="020B0604020202020204" pitchFamily="34" charset="0"/>
              <a:buNone/>
            </a:pPr>
            <a:r>
              <a:rPr lang="ja-JP" altLang="en-US" sz="2000" b="1"/>
              <a:t>③ 所有者優先方式 </a:t>
            </a:r>
            <a:endParaRPr lang="en-US" altLang="ja-JP" sz="2000" b="1"/>
          </a:p>
          <a:p>
            <a:pPr marL="0" indent="0">
              <a:buFont typeface="Arial" panose="020B0604020202020204" pitchFamily="34" charset="0"/>
              <a:buNone/>
            </a:pPr>
            <a:r>
              <a:rPr lang="en-US" altLang="ja-JP" sz="2000"/>
              <a:t>	</a:t>
            </a:r>
            <a:r>
              <a:rPr lang="ja-JP" altLang="en-US" sz="2000"/>
              <a:t>自分の</a:t>
            </a:r>
            <a:r>
              <a:rPr lang="en-US" altLang="ja-JP" sz="2000"/>
              <a:t>GPU</a:t>
            </a:r>
            <a:r>
              <a:rPr lang="ja-JP" altLang="en-US" sz="2000"/>
              <a:t>を使う場合は、割り込んで優先して使える（他人の</a:t>
            </a:r>
            <a:r>
              <a:rPr lang="en-US" altLang="ja-JP" sz="2000"/>
              <a:t>GPU</a:t>
            </a:r>
            <a:r>
              <a:rPr lang="ja-JP" altLang="en-US" sz="2000"/>
              <a:t>は、</a:t>
            </a:r>
            <a:r>
              <a:rPr lang="en-US" altLang="ja-JP" sz="2000"/>
              <a:t>FCFS</a:t>
            </a:r>
            <a:r>
              <a:rPr lang="ja-JP" altLang="en-US" sz="2000"/>
              <a:t>）</a:t>
            </a:r>
          </a:p>
          <a:p>
            <a:pPr marL="0" indent="0">
              <a:buFont typeface="Arial" panose="020B0604020202020204" pitchFamily="34" charset="0"/>
              <a:buNone/>
            </a:pPr>
            <a:r>
              <a:rPr lang="ja-JP" altLang="en-US" sz="2000" b="1"/>
              <a:t>④ プリエンプティブ方式 </a:t>
            </a:r>
            <a:endParaRPr lang="en-US" altLang="ja-JP" sz="2000" b="1"/>
          </a:p>
          <a:p>
            <a:pPr marL="0" indent="0">
              <a:buFont typeface="Arial" panose="020B0604020202020204" pitchFamily="34" charset="0"/>
              <a:buNone/>
            </a:pPr>
            <a:r>
              <a:rPr lang="en-US" altLang="ja-JP" sz="2000"/>
              <a:t>	</a:t>
            </a:r>
            <a:r>
              <a:rPr lang="ja-JP" altLang="en-US" sz="2000"/>
              <a:t>自分の</a:t>
            </a:r>
            <a:r>
              <a:rPr lang="en-US" altLang="ja-JP" sz="2000"/>
              <a:t>GPU </a:t>
            </a:r>
            <a:r>
              <a:rPr lang="ja-JP" altLang="en-US" sz="2000"/>
              <a:t>を使う場合は、他人のタスクを途中切断（他人の</a:t>
            </a:r>
            <a:r>
              <a:rPr lang="en-US" altLang="ja-JP" sz="2000"/>
              <a:t>GPU</a:t>
            </a:r>
            <a:r>
              <a:rPr lang="ja-JP" altLang="en-US" sz="2000"/>
              <a:t>は、</a:t>
            </a:r>
            <a:r>
              <a:rPr lang="en-US" altLang="ja-JP" sz="2000"/>
              <a:t>FCFS</a:t>
            </a:r>
            <a:r>
              <a:rPr lang="ja-JP" altLang="en-US" sz="2000"/>
              <a:t>）</a:t>
            </a:r>
            <a:endParaRPr lang="en-US" altLang="ja-JP" sz="2000"/>
          </a:p>
          <a:p>
            <a:pPr marL="0" indent="0">
              <a:buFont typeface="Arial" panose="020B0604020202020204" pitchFamily="34" charset="0"/>
              <a:buNone/>
            </a:pPr>
            <a:r>
              <a:rPr lang="ja-JP" altLang="en-US" sz="2000"/>
              <a:t>　</a:t>
            </a:r>
            <a:r>
              <a:rPr lang="en-US" altLang="ja-JP" sz="2000"/>
              <a:t>	</a:t>
            </a:r>
            <a:r>
              <a:rPr lang="ja-JP" altLang="en-US" sz="2000"/>
              <a:t>途中切断されたタスクはマイグレーション </a:t>
            </a:r>
            <a:r>
              <a:rPr lang="en-US" altLang="ja-JP" sz="2000"/>
              <a:t>or </a:t>
            </a:r>
            <a:r>
              <a:rPr lang="ja-JP" altLang="en-US" sz="2000"/>
              <a:t>待機</a:t>
            </a:r>
            <a:endParaRPr lang="en-US" altLang="ja-JP" sz="2000"/>
          </a:p>
          <a:p>
            <a:pPr marL="0" indent="0">
              <a:buFont typeface="Arial" panose="020B0604020202020204" pitchFamily="34" charset="0"/>
              <a:buNone/>
            </a:pPr>
            <a:endParaRPr lang="en-US" altLang="ja-JP" sz="2400"/>
          </a:p>
          <a:p>
            <a:pPr marL="0" indent="0">
              <a:buFont typeface="Arial" panose="020B0604020202020204" pitchFamily="34" charset="0"/>
              <a:buNone/>
            </a:pPr>
            <a:endParaRPr lang="en-US" altLang="ja-JP" sz="2400"/>
          </a:p>
          <a:p>
            <a:pPr marL="0" indent="0">
              <a:buFont typeface="Arial" panose="020B0604020202020204" pitchFamily="34" charset="0"/>
              <a:buNone/>
            </a:pPr>
            <a:endParaRPr lang="en-US" altLang="ja-JP" sz="2000"/>
          </a:p>
        </p:txBody>
      </p:sp>
      <p:sp>
        <p:nvSpPr>
          <p:cNvPr id="6" name="四角形: 角を丸くする 5">
            <a:extLst>
              <a:ext uri="{FF2B5EF4-FFF2-40B4-BE49-F238E27FC236}">
                <a16:creationId xmlns:a16="http://schemas.microsoft.com/office/drawing/2014/main" id="{A9CDFBD1-186D-F566-03B2-C93A3FAC1712}"/>
              </a:ext>
            </a:extLst>
          </p:cNvPr>
          <p:cNvSpPr/>
          <p:nvPr/>
        </p:nvSpPr>
        <p:spPr>
          <a:xfrm>
            <a:off x="235337" y="2869960"/>
            <a:ext cx="11066417" cy="3657600"/>
          </a:xfrm>
          <a:prstGeom prst="roundRect">
            <a:avLst/>
          </a:prstGeom>
          <a:noFill/>
          <a:ln w="3175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CD176066-0ABF-09CA-6F94-BC95E3DC2A30}"/>
              </a:ext>
            </a:extLst>
          </p:cNvPr>
          <p:cNvSpPr txBox="1"/>
          <p:nvPr/>
        </p:nvSpPr>
        <p:spPr>
          <a:xfrm>
            <a:off x="838200" y="1034143"/>
            <a:ext cx="9546771" cy="1526315"/>
          </a:xfrm>
          <a:prstGeom prst="rect">
            <a:avLst/>
          </a:prstGeom>
          <a:noFill/>
        </p:spPr>
        <p:txBody>
          <a:bodyPr wrap="square" rtlCol="0">
            <a:spAutoFit/>
          </a:bodyPr>
          <a:lstStyle/>
          <a:p>
            <a:pPr>
              <a:lnSpc>
                <a:spcPct val="150000"/>
              </a:lnSpc>
            </a:pPr>
            <a:r>
              <a:rPr lang="ja-JP" altLang="en-US" sz="2400" b="1">
                <a:solidFill>
                  <a:schemeClr val="accent3">
                    <a:lumMod val="75000"/>
                  </a:schemeClr>
                </a:solidFill>
              </a:rPr>
              <a:t>共有基盤をモデル化し、各運用ルールの性能比較を行う</a:t>
            </a:r>
            <a:endParaRPr lang="en-US" altLang="ja-JP" sz="2400" b="1">
              <a:solidFill>
                <a:schemeClr val="accent3">
                  <a:lumMod val="75000"/>
                </a:schemeClr>
              </a:solidFill>
            </a:endParaRPr>
          </a:p>
          <a:p>
            <a:pPr>
              <a:lnSpc>
                <a:spcPct val="150000"/>
              </a:lnSpc>
            </a:pPr>
            <a:r>
              <a:rPr lang="ja-JP" altLang="en-US" sz="2000"/>
              <a:t>各ユーザーはタスク発生時に、全 </a:t>
            </a:r>
            <a:r>
              <a:rPr lang="en-US" altLang="ja-JP" sz="2000"/>
              <a:t>GPU </a:t>
            </a:r>
            <a:r>
              <a:rPr lang="ja-JP" altLang="en-US" sz="2000"/>
              <a:t>の中から</a:t>
            </a:r>
            <a:r>
              <a:rPr lang="ja-JP" altLang="en-US" sz="2000" b="1"/>
              <a:t>自身のターンアラウンドタイム（</a:t>
            </a:r>
            <a:r>
              <a:rPr lang="en-US" altLang="ja-JP" sz="2000" b="1"/>
              <a:t>TAT</a:t>
            </a:r>
            <a:r>
              <a:rPr lang="ja-JP" altLang="en-US" sz="2000" b="1"/>
              <a:t>）を最小化できる </a:t>
            </a:r>
            <a:r>
              <a:rPr lang="en-US" altLang="ja-JP" sz="2000" b="1"/>
              <a:t>GPU </a:t>
            </a:r>
            <a:r>
              <a:rPr lang="ja-JP" altLang="en-US" sz="2000"/>
              <a:t>を動的に選択する </a:t>
            </a:r>
            <a:endParaRPr lang="en-US" altLang="ja-JP" sz="2000"/>
          </a:p>
        </p:txBody>
      </p:sp>
    </p:spTree>
    <p:extLst>
      <p:ext uri="{BB962C8B-B14F-4D97-AF65-F5344CB8AC3E}">
        <p14:creationId xmlns:p14="http://schemas.microsoft.com/office/powerpoint/2010/main" val="1416790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4807C8A0-7CBA-B80D-0FB4-B8346403DB17}"/>
              </a:ext>
            </a:extLst>
          </p:cNvPr>
          <p:cNvSpPr/>
          <p:nvPr/>
        </p:nvSpPr>
        <p:spPr>
          <a:xfrm>
            <a:off x="272143" y="4535161"/>
            <a:ext cx="11307760" cy="220309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4566B3D1-161C-F037-0DA7-B0CB974F353A}"/>
              </a:ext>
            </a:extLst>
          </p:cNvPr>
          <p:cNvSpPr>
            <a:spLocks noGrp="1"/>
          </p:cNvSpPr>
          <p:nvPr>
            <p:ph type="title"/>
          </p:nvPr>
        </p:nvSpPr>
        <p:spPr/>
        <p:txBody>
          <a:bodyPr/>
          <a:lstStyle/>
          <a:p>
            <a:r>
              <a:rPr kumimoji="1" lang="ja-JP" altLang="en-US" b="1"/>
              <a:t>シミュレーション環境</a:t>
            </a:r>
          </a:p>
        </p:txBody>
      </p:sp>
      <p:sp>
        <p:nvSpPr>
          <p:cNvPr id="4" name="スライド番号プレースホルダー 3">
            <a:extLst>
              <a:ext uri="{FF2B5EF4-FFF2-40B4-BE49-F238E27FC236}">
                <a16:creationId xmlns:a16="http://schemas.microsoft.com/office/drawing/2014/main" id="{98146559-3B5C-5FBA-D8E0-01F8596CD480}"/>
              </a:ext>
            </a:extLst>
          </p:cNvPr>
          <p:cNvSpPr>
            <a:spLocks noGrp="1"/>
          </p:cNvSpPr>
          <p:nvPr>
            <p:ph type="sldNum" sz="quarter" idx="12"/>
          </p:nvPr>
        </p:nvSpPr>
        <p:spPr/>
        <p:txBody>
          <a:bodyPr/>
          <a:lstStyle/>
          <a:p>
            <a:fld id="{8D1BC46D-89B1-41A3-BBA1-F56BEABD0A90}" type="slidenum">
              <a:rPr lang="ja-JP" altLang="en-US" smtClean="0"/>
              <a:pPr/>
              <a:t>8</a:t>
            </a:fld>
            <a:endParaRPr lang="ja-JP" altLang="en-US"/>
          </a:p>
        </p:txBody>
      </p:sp>
      <p:sp>
        <p:nvSpPr>
          <p:cNvPr id="9" name="コンテンツ プレースホルダー 8">
            <a:extLst>
              <a:ext uri="{FF2B5EF4-FFF2-40B4-BE49-F238E27FC236}">
                <a16:creationId xmlns:a16="http://schemas.microsoft.com/office/drawing/2014/main" id="{E221A8E1-EA11-1126-3023-712944A98EF5}"/>
              </a:ext>
            </a:extLst>
          </p:cNvPr>
          <p:cNvSpPr txBox="1">
            <a:spLocks noGrp="1"/>
          </p:cNvSpPr>
          <p:nvPr>
            <p:ph idx="1"/>
          </p:nvPr>
        </p:nvSpPr>
        <p:spPr>
          <a:xfrm>
            <a:off x="403853" y="1096674"/>
            <a:ext cx="10515600" cy="5732851"/>
          </a:xfrm>
          <a:prstGeom prst="rect">
            <a:avLst/>
          </a:prstGeom>
          <a:noFill/>
        </p:spPr>
        <p:txBody>
          <a:bodyPr wrap="square" rtlCol="0">
            <a:spAutoFit/>
          </a:bodyPr>
          <a:lstStyle/>
          <a:p>
            <a:pPr marL="0" indent="0">
              <a:buNone/>
            </a:pPr>
            <a:r>
              <a:rPr lang="ja-JP" altLang="en-US" sz="2400" b="1">
                <a:solidFill>
                  <a:schemeClr val="accent3">
                    <a:lumMod val="75000"/>
                  </a:schemeClr>
                </a:solidFill>
              </a:rPr>
              <a:t>待ち行列モデルによるシミュレーション</a:t>
            </a:r>
            <a:endParaRPr lang="en-US" altLang="ja-JP" sz="2400" b="1">
              <a:solidFill>
                <a:schemeClr val="accent3">
                  <a:lumMod val="75000"/>
                </a:schemeClr>
              </a:solidFill>
            </a:endParaRPr>
          </a:p>
          <a:p>
            <a:pPr>
              <a:lnSpc>
                <a:spcPct val="150000"/>
              </a:lnSpc>
            </a:pPr>
            <a:r>
              <a:rPr lang="ja-JP" altLang="en-US" sz="2400"/>
              <a:t>ユーザー数：</a:t>
            </a:r>
            <a:r>
              <a:rPr lang="en-US" altLang="ja-JP" sz="2400" b="1"/>
              <a:t>18</a:t>
            </a:r>
            <a:r>
              <a:rPr lang="ja-JP" altLang="en-US" sz="2400" b="1"/>
              <a:t>人</a:t>
            </a:r>
            <a:r>
              <a:rPr lang="ja-JP" altLang="en-US" sz="2400"/>
              <a:t>（</a:t>
            </a:r>
            <a:r>
              <a:rPr lang="en-US" altLang="ja-JP" sz="2400"/>
              <a:t>GPU</a:t>
            </a:r>
            <a:r>
              <a:rPr lang="ja-JP" altLang="en-US" sz="2400"/>
              <a:t>サーバ各１台）</a:t>
            </a:r>
            <a:endParaRPr lang="en-US" altLang="ja-JP" sz="2400"/>
          </a:p>
          <a:p>
            <a:pPr>
              <a:lnSpc>
                <a:spcPct val="100000"/>
              </a:lnSpc>
            </a:pPr>
            <a:r>
              <a:rPr kumimoji="1" lang="en-US" altLang="ja-JP" sz="2400"/>
              <a:t>GPU</a:t>
            </a:r>
            <a:r>
              <a:rPr kumimoji="1" lang="ja-JP" altLang="en-US" sz="2400"/>
              <a:t>性能：</a:t>
            </a:r>
            <a:r>
              <a:rPr kumimoji="1" lang="ja-JP" altLang="en-US" sz="2400" b="1"/>
              <a:t>９段階</a:t>
            </a:r>
            <a:endParaRPr lang="en-US" altLang="ja-JP" sz="2000"/>
          </a:p>
          <a:p>
            <a:pPr>
              <a:lnSpc>
                <a:spcPct val="150000"/>
              </a:lnSpc>
            </a:pPr>
            <a:r>
              <a:rPr lang="ja-JP" altLang="en-US" sz="2400"/>
              <a:t>タスク到着率：</a:t>
            </a:r>
            <a:r>
              <a:rPr lang="en-US" altLang="ja-JP" sz="2400"/>
              <a:t>0.005[tasks/s]</a:t>
            </a:r>
          </a:p>
          <a:p>
            <a:pPr marL="0" indent="0">
              <a:buNone/>
            </a:pPr>
            <a:r>
              <a:rPr lang="ja-JP" altLang="en-US" sz="2400"/>
              <a:t>  →　</a:t>
            </a:r>
            <a:r>
              <a:rPr lang="ja-JP" altLang="en-US" sz="2400" b="1"/>
              <a:t>平均</a:t>
            </a:r>
            <a:r>
              <a:rPr lang="en-US" altLang="ja-JP" sz="2400" b="1"/>
              <a:t>200</a:t>
            </a:r>
            <a:r>
              <a:rPr lang="ja-JP" altLang="en-US" sz="2400" b="1"/>
              <a:t>秒に１回タスクが発生</a:t>
            </a:r>
            <a:endParaRPr lang="en-US" altLang="ja-JP" sz="2400" b="1"/>
          </a:p>
          <a:p>
            <a:pPr marL="0" indent="0">
              <a:lnSpc>
                <a:spcPct val="150000"/>
              </a:lnSpc>
              <a:buNone/>
            </a:pPr>
            <a:r>
              <a:rPr lang="ja-JP" altLang="en-US" sz="2400"/>
              <a:t>総シミュレーション時間：</a:t>
            </a:r>
            <a:r>
              <a:rPr lang="en-US" altLang="ja-JP" sz="2400" b="1"/>
              <a:t>24</a:t>
            </a:r>
            <a:r>
              <a:rPr lang="ja-JP" altLang="en-US" sz="2400" b="1"/>
              <a:t>時間</a:t>
            </a:r>
            <a:endParaRPr lang="en-US" altLang="ja-JP" sz="2400" b="1"/>
          </a:p>
          <a:p>
            <a:pPr marL="0" indent="0">
              <a:buNone/>
            </a:pPr>
            <a:r>
              <a:rPr lang="ja-JP" altLang="en-US" sz="2400"/>
              <a:t>タスク </a:t>
            </a:r>
            <a:r>
              <a:rPr lang="en-US" altLang="ja-JP" sz="2400"/>
              <a:t>: YOLOv7</a:t>
            </a:r>
            <a:r>
              <a:rPr lang="ja-JP" altLang="en-US" sz="2400"/>
              <a:t>学習タスクを想定</a:t>
            </a:r>
            <a:endParaRPr lang="en-US" altLang="ja-JP" sz="2400"/>
          </a:p>
          <a:p>
            <a:pPr marL="0" indent="0">
              <a:buNone/>
            </a:pPr>
            <a:r>
              <a:rPr lang="en-US" altLang="ja-JP" sz="2400"/>
              <a:t> </a:t>
            </a:r>
            <a:r>
              <a:rPr lang="ja-JP" altLang="en-US" sz="2400"/>
              <a:t> </a:t>
            </a:r>
            <a:r>
              <a:rPr lang="en-US" altLang="ja-JP" sz="2400"/>
              <a:t>- </a:t>
            </a:r>
            <a:r>
              <a:rPr lang="ja-JP" altLang="en-US" sz="2400"/>
              <a:t>画像１枚当たり平均</a:t>
            </a:r>
            <a:r>
              <a:rPr lang="en-US" altLang="ja-JP" sz="2400" b="1"/>
              <a:t>0.360TFLOPs</a:t>
            </a:r>
            <a:endParaRPr lang="en-US" altLang="ja-JP" sz="2400">
              <a:latin typeface="+mn-lt"/>
            </a:endParaRPr>
          </a:p>
          <a:p>
            <a:pPr marL="0" indent="0">
              <a:buNone/>
            </a:pPr>
            <a:r>
              <a:rPr lang="en-US" altLang="ja-JP" sz="2400">
                <a:latin typeface="+mn-lt"/>
              </a:rPr>
              <a:t> -</a:t>
            </a:r>
            <a:r>
              <a:rPr lang="ja-JP" altLang="en-US" sz="2400"/>
              <a:t> エポック数 ：</a:t>
            </a:r>
            <a:r>
              <a:rPr lang="en-US" altLang="ja-JP" sz="2400" b="1"/>
              <a:t>10[</a:t>
            </a:r>
            <a:r>
              <a:rPr lang="ja-JP" altLang="en-US" sz="2400" b="1"/>
              <a:t>回</a:t>
            </a:r>
            <a:r>
              <a:rPr lang="en-US" altLang="ja-JP" sz="2400" b="1"/>
              <a:t>]</a:t>
            </a:r>
            <a:r>
              <a:rPr lang="ja-JP" altLang="en-US" sz="2400"/>
              <a:t>（均一）</a:t>
            </a:r>
            <a:endParaRPr lang="en-US" altLang="ja-JP" sz="2400"/>
          </a:p>
          <a:p>
            <a:pPr marL="0" indent="0">
              <a:buNone/>
            </a:pPr>
            <a:r>
              <a:rPr lang="en-US" altLang="ja-JP" sz="2400"/>
              <a:t> -</a:t>
            </a:r>
            <a:r>
              <a:rPr lang="ja-JP" altLang="en-US" sz="2400"/>
              <a:t> バッチサイズ</a:t>
            </a:r>
            <a:r>
              <a:rPr lang="en-US" altLang="ja-JP" sz="2400"/>
              <a:t>[</a:t>
            </a:r>
            <a:r>
              <a:rPr lang="ja-JP" altLang="en-US" sz="2400"/>
              <a:t>枚</a:t>
            </a:r>
            <a:r>
              <a:rPr lang="en-US" altLang="ja-JP" sz="2400"/>
              <a:t>]</a:t>
            </a:r>
            <a:r>
              <a:rPr lang="ja-JP" altLang="en-US" sz="2400"/>
              <a:t>を調節することでシステム全体の</a:t>
            </a:r>
            <a:r>
              <a:rPr lang="ja-JP" altLang="en-US" sz="2400" b="1"/>
              <a:t>負荷率</a:t>
            </a:r>
            <a:r>
              <a:rPr lang="ja-JP" altLang="en-US" sz="2400"/>
              <a:t>を操作</a:t>
            </a:r>
            <a:endParaRPr lang="en-US" altLang="ja-JP" sz="2400"/>
          </a:p>
          <a:p>
            <a:pPr marL="0" indent="0">
              <a:buNone/>
            </a:pPr>
            <a:endParaRPr lang="en-US" altLang="ja-JP" sz="2400"/>
          </a:p>
        </p:txBody>
      </p:sp>
      <p:pic>
        <p:nvPicPr>
          <p:cNvPr id="11" name="図 10" descr="テーブル&#10;&#10;AI 生成コンテンツは誤りを含む可能性があります。">
            <a:extLst>
              <a:ext uri="{FF2B5EF4-FFF2-40B4-BE49-F238E27FC236}">
                <a16:creationId xmlns:a16="http://schemas.microsoft.com/office/drawing/2014/main" id="{39FFEEAE-C2D8-FD72-2E67-5800A0F655E4}"/>
              </a:ext>
            </a:extLst>
          </p:cNvPr>
          <p:cNvPicPr>
            <a:picLocks noChangeAspect="1"/>
          </p:cNvPicPr>
          <p:nvPr/>
        </p:nvPicPr>
        <p:blipFill>
          <a:blip r:embed="rId3"/>
          <a:srcRect l="27228" t="43333" r="26482" b="40556"/>
          <a:stretch>
            <a:fillRect/>
          </a:stretch>
        </p:blipFill>
        <p:spPr>
          <a:xfrm>
            <a:off x="7050850" y="1293867"/>
            <a:ext cx="4529053" cy="3177642"/>
          </a:xfrm>
          <a:prstGeom prst="rect">
            <a:avLst/>
          </a:prstGeom>
        </p:spPr>
      </p:pic>
      <p:sp>
        <p:nvSpPr>
          <p:cNvPr id="3" name="四角形: 角を丸くする 2">
            <a:extLst>
              <a:ext uri="{FF2B5EF4-FFF2-40B4-BE49-F238E27FC236}">
                <a16:creationId xmlns:a16="http://schemas.microsoft.com/office/drawing/2014/main" id="{1EFD1C3E-C25F-5A26-2291-946E494D4455}"/>
              </a:ext>
            </a:extLst>
          </p:cNvPr>
          <p:cNvSpPr/>
          <p:nvPr/>
        </p:nvSpPr>
        <p:spPr>
          <a:xfrm>
            <a:off x="272143" y="1578430"/>
            <a:ext cx="6574971" cy="289308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43401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descr="グラフ, 折れ線グラフ&#10;&#10;AI 生成コンテンツは誤りを含む可能性があります。">
            <a:extLst>
              <a:ext uri="{FF2B5EF4-FFF2-40B4-BE49-F238E27FC236}">
                <a16:creationId xmlns:a16="http://schemas.microsoft.com/office/drawing/2014/main" id="{7E1E4301-A96D-2F13-FCB1-DC5250D86770}"/>
              </a:ext>
            </a:extLst>
          </p:cNvPr>
          <p:cNvPicPr>
            <a:picLocks noChangeAspect="1"/>
          </p:cNvPicPr>
          <p:nvPr/>
        </p:nvPicPr>
        <p:blipFill>
          <a:blip r:embed="rId3"/>
          <a:stretch>
            <a:fillRect/>
          </a:stretch>
        </p:blipFill>
        <p:spPr>
          <a:xfrm>
            <a:off x="3955316" y="960582"/>
            <a:ext cx="7726717" cy="5781964"/>
          </a:xfrm>
          <a:prstGeom prst="rect">
            <a:avLst/>
          </a:prstGeom>
        </p:spPr>
      </p:pic>
      <p:sp>
        <p:nvSpPr>
          <p:cNvPr id="11" name="吹き出し: 角を丸めた四角形 10">
            <a:extLst>
              <a:ext uri="{FF2B5EF4-FFF2-40B4-BE49-F238E27FC236}">
                <a16:creationId xmlns:a16="http://schemas.microsoft.com/office/drawing/2014/main" id="{7AB23996-5EA9-6643-52C6-0A9E99DD02A4}"/>
              </a:ext>
            </a:extLst>
          </p:cNvPr>
          <p:cNvSpPr/>
          <p:nvPr/>
        </p:nvSpPr>
        <p:spPr>
          <a:xfrm>
            <a:off x="540482" y="1395212"/>
            <a:ext cx="3313060" cy="1262743"/>
          </a:xfrm>
          <a:prstGeom prst="wedgeRoundRectCallout">
            <a:avLst>
              <a:gd name="adj1" fmla="val 87667"/>
              <a:gd name="adj2" fmla="val 24804"/>
              <a:gd name="adj3" fmla="val 16667"/>
            </a:avLst>
          </a:prstGeom>
          <a:solidFill>
            <a:schemeClr val="bg1">
              <a:lumMod val="85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9F12D26F-B7BC-5F6A-BDA3-E65D2788B134}"/>
              </a:ext>
            </a:extLst>
          </p:cNvPr>
          <p:cNvSpPr>
            <a:spLocks noGrp="1"/>
          </p:cNvSpPr>
          <p:nvPr>
            <p:ph type="title"/>
          </p:nvPr>
        </p:nvSpPr>
        <p:spPr>
          <a:xfrm>
            <a:off x="838200" y="231697"/>
            <a:ext cx="8268093" cy="457044"/>
          </a:xfrm>
        </p:spPr>
        <p:txBody>
          <a:bodyPr anchor="ctr">
            <a:normAutofit/>
          </a:bodyPr>
          <a:lstStyle/>
          <a:p>
            <a:r>
              <a:rPr lang="ja-JP" altLang="en-US" sz="2600"/>
              <a:t>シミュレーション結果：シナリオ別</a:t>
            </a:r>
            <a:r>
              <a:rPr lang="ja-JP" altLang="en-US" sz="2600" b="1"/>
              <a:t>全体平均</a:t>
            </a:r>
            <a:r>
              <a:rPr lang="en-US" altLang="ja-JP" sz="2600" b="1"/>
              <a:t>TAT</a:t>
            </a:r>
            <a:endParaRPr kumimoji="1" lang="ja-JP" altLang="en-US" sz="2600" b="1"/>
          </a:p>
        </p:txBody>
      </p:sp>
      <p:sp>
        <p:nvSpPr>
          <p:cNvPr id="4" name="スライド番号プレースホルダー 3">
            <a:extLst>
              <a:ext uri="{FF2B5EF4-FFF2-40B4-BE49-F238E27FC236}">
                <a16:creationId xmlns:a16="http://schemas.microsoft.com/office/drawing/2014/main" id="{09F9951A-6AF3-3F19-70CA-A6F5979A68FA}"/>
              </a:ext>
            </a:extLst>
          </p:cNvPr>
          <p:cNvSpPr>
            <a:spLocks noGrp="1"/>
          </p:cNvSpPr>
          <p:nvPr>
            <p:ph type="sldNum" sz="quarter" idx="12"/>
          </p:nvPr>
        </p:nvSpPr>
        <p:spPr>
          <a:xfrm>
            <a:off x="11160803" y="277657"/>
            <a:ext cx="838200" cy="365125"/>
          </a:xfrm>
        </p:spPr>
        <p:txBody>
          <a:bodyPr anchor="ctr">
            <a:normAutofit/>
          </a:bodyPr>
          <a:lstStyle/>
          <a:p>
            <a:pPr>
              <a:lnSpc>
                <a:spcPct val="90000"/>
              </a:lnSpc>
              <a:spcAft>
                <a:spcPts val="600"/>
              </a:spcAft>
            </a:pPr>
            <a:fld id="{8D1BC46D-89B1-41A3-BBA1-F56BEABD0A90}" type="slidenum">
              <a:rPr lang="ja-JP" altLang="en-US" smtClean="0"/>
              <a:pPr>
                <a:lnSpc>
                  <a:spcPct val="90000"/>
                </a:lnSpc>
                <a:spcAft>
                  <a:spcPts val="600"/>
                </a:spcAft>
              </a:pPr>
              <a:t>9</a:t>
            </a:fld>
            <a:endParaRPr lang="ja-JP" altLang="en-US"/>
          </a:p>
        </p:txBody>
      </p:sp>
      <p:sp>
        <p:nvSpPr>
          <p:cNvPr id="9" name="テキスト ボックス 8">
            <a:extLst>
              <a:ext uri="{FF2B5EF4-FFF2-40B4-BE49-F238E27FC236}">
                <a16:creationId xmlns:a16="http://schemas.microsoft.com/office/drawing/2014/main" id="{4101FAE1-2F9A-C553-A9BA-A2482198F063}"/>
              </a:ext>
            </a:extLst>
          </p:cNvPr>
          <p:cNvSpPr txBox="1"/>
          <p:nvPr/>
        </p:nvSpPr>
        <p:spPr>
          <a:xfrm>
            <a:off x="642256" y="1457626"/>
            <a:ext cx="3211286" cy="1200329"/>
          </a:xfrm>
          <a:prstGeom prst="rect">
            <a:avLst/>
          </a:prstGeom>
          <a:noFill/>
        </p:spPr>
        <p:txBody>
          <a:bodyPr wrap="square" rtlCol="0">
            <a:spAutoFit/>
          </a:bodyPr>
          <a:lstStyle/>
          <a:p>
            <a:r>
              <a:rPr kumimoji="1" lang="ja-JP" altLang="en-US" sz="2400" b="1"/>
              <a:t>共有なしより</a:t>
            </a:r>
            <a:endParaRPr kumimoji="1" lang="en-US" altLang="ja-JP" sz="2400" b="1"/>
          </a:p>
          <a:p>
            <a:r>
              <a:rPr kumimoji="1" lang="ja-JP" altLang="en-US" sz="2400" b="1"/>
              <a:t>どの共有シナリオも</a:t>
            </a:r>
            <a:r>
              <a:rPr kumimoji="1" lang="en-US" altLang="ja-JP" sz="2400" b="1"/>
              <a:t>TAT</a:t>
            </a:r>
            <a:r>
              <a:rPr kumimoji="1" lang="ja-JP" altLang="en-US" sz="2400" b="1"/>
              <a:t>が大幅に短縮</a:t>
            </a:r>
          </a:p>
        </p:txBody>
      </p:sp>
      <p:sp>
        <p:nvSpPr>
          <p:cNvPr id="12" name="吹き出し: 角を丸めた四角形 11">
            <a:extLst>
              <a:ext uri="{FF2B5EF4-FFF2-40B4-BE49-F238E27FC236}">
                <a16:creationId xmlns:a16="http://schemas.microsoft.com/office/drawing/2014/main" id="{BD52230C-1927-16C9-740A-9FFBA1DD831E}"/>
              </a:ext>
            </a:extLst>
          </p:cNvPr>
          <p:cNvSpPr/>
          <p:nvPr/>
        </p:nvSpPr>
        <p:spPr>
          <a:xfrm>
            <a:off x="174171" y="4200046"/>
            <a:ext cx="3559628" cy="1262743"/>
          </a:xfrm>
          <a:prstGeom prst="wedgeRoundRectCallout">
            <a:avLst>
              <a:gd name="adj1" fmla="val 175590"/>
              <a:gd name="adj2" fmla="val -52729"/>
              <a:gd name="adj3" fmla="val 16667"/>
            </a:avLst>
          </a:prstGeom>
          <a:solidFill>
            <a:schemeClr val="bg1">
              <a:lumMod val="85000"/>
              <a:alpha val="6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a:solidFill>
                  <a:schemeClr val="tx1"/>
                </a:solidFill>
              </a:rPr>
              <a:t>負荷率</a:t>
            </a:r>
            <a:r>
              <a:rPr kumimoji="1" lang="en-US" altLang="ja-JP" sz="2400" b="1">
                <a:solidFill>
                  <a:schemeClr val="tx1"/>
                </a:solidFill>
              </a:rPr>
              <a:t>0.8</a:t>
            </a:r>
            <a:r>
              <a:rPr kumimoji="1" lang="ja-JP" altLang="en-US" sz="2400" b="1">
                <a:solidFill>
                  <a:schemeClr val="tx1"/>
                </a:solidFill>
              </a:rPr>
              <a:t>まではプリ</a:t>
            </a:r>
            <a:r>
              <a:rPr lang="ja-JP" altLang="en-US" sz="2400" b="1">
                <a:solidFill>
                  <a:schemeClr val="tx1"/>
                </a:solidFill>
              </a:rPr>
              <a:t>エンプ</a:t>
            </a:r>
            <a:r>
              <a:rPr kumimoji="1" lang="ja-JP" altLang="en-US" sz="2400" b="1">
                <a:solidFill>
                  <a:schemeClr val="tx1"/>
                </a:solidFill>
              </a:rPr>
              <a:t>ティブが最小</a:t>
            </a:r>
            <a:endParaRPr lang="en-US" altLang="ja-JP" sz="2400" b="1">
              <a:solidFill>
                <a:schemeClr val="tx1"/>
              </a:solidFill>
            </a:endParaRPr>
          </a:p>
          <a:p>
            <a:r>
              <a:rPr lang="en-US" altLang="ja-JP" sz="2400" b="1">
                <a:solidFill>
                  <a:schemeClr val="tx1"/>
                </a:solidFill>
              </a:rPr>
              <a:t>0.8</a:t>
            </a:r>
            <a:r>
              <a:rPr lang="ja-JP" altLang="en-US" sz="2400" b="1">
                <a:solidFill>
                  <a:schemeClr val="tx1"/>
                </a:solidFill>
              </a:rPr>
              <a:t>以降逆転</a:t>
            </a:r>
            <a:endParaRPr kumimoji="1" lang="ja-JP" altLang="en-US" sz="2400" b="1">
              <a:solidFill>
                <a:schemeClr val="tx1"/>
              </a:solidFill>
            </a:endParaRPr>
          </a:p>
        </p:txBody>
      </p:sp>
      <p:sp>
        <p:nvSpPr>
          <p:cNvPr id="10" name="テキスト ボックス 9">
            <a:extLst>
              <a:ext uri="{FF2B5EF4-FFF2-40B4-BE49-F238E27FC236}">
                <a16:creationId xmlns:a16="http://schemas.microsoft.com/office/drawing/2014/main" id="{2A2A73F0-3C85-28F2-67AF-A45C4955E81C}"/>
              </a:ext>
            </a:extLst>
          </p:cNvPr>
          <p:cNvSpPr txBox="1"/>
          <p:nvPr/>
        </p:nvSpPr>
        <p:spPr>
          <a:xfrm>
            <a:off x="6941012" y="2657955"/>
            <a:ext cx="1246974" cy="369332"/>
          </a:xfrm>
          <a:prstGeom prst="rect">
            <a:avLst/>
          </a:prstGeom>
          <a:solidFill>
            <a:srgbClr val="FF7F0E"/>
          </a:solidFill>
        </p:spPr>
        <p:txBody>
          <a:bodyPr wrap="square" rtlCol="0">
            <a:spAutoFit/>
          </a:bodyPr>
          <a:lstStyle/>
          <a:p>
            <a:r>
              <a:rPr lang="en-US" altLang="ja-JP" b="1">
                <a:solidFill>
                  <a:schemeClr val="bg1"/>
                </a:solidFill>
              </a:rPr>
              <a:t>FCFS</a:t>
            </a:r>
            <a:r>
              <a:rPr kumimoji="1" lang="ja-JP" altLang="en-US" b="1">
                <a:solidFill>
                  <a:schemeClr val="bg1"/>
                </a:solidFill>
              </a:rPr>
              <a:t>方式</a:t>
            </a:r>
          </a:p>
        </p:txBody>
      </p:sp>
      <p:sp>
        <p:nvSpPr>
          <p:cNvPr id="13" name="テキスト ボックス 12">
            <a:extLst>
              <a:ext uri="{FF2B5EF4-FFF2-40B4-BE49-F238E27FC236}">
                <a16:creationId xmlns:a16="http://schemas.microsoft.com/office/drawing/2014/main" id="{5DC99760-2A61-7E88-E168-9578CB3FD57C}"/>
              </a:ext>
            </a:extLst>
          </p:cNvPr>
          <p:cNvSpPr txBox="1"/>
          <p:nvPr/>
        </p:nvSpPr>
        <p:spPr>
          <a:xfrm>
            <a:off x="7278445" y="5278123"/>
            <a:ext cx="1819082" cy="369332"/>
          </a:xfrm>
          <a:prstGeom prst="rect">
            <a:avLst/>
          </a:prstGeom>
          <a:solidFill>
            <a:srgbClr val="1672B1"/>
          </a:solidFill>
        </p:spPr>
        <p:txBody>
          <a:bodyPr wrap="square" rtlCol="0">
            <a:spAutoFit/>
          </a:bodyPr>
          <a:lstStyle/>
          <a:p>
            <a:r>
              <a:rPr lang="ja-JP" altLang="en-US" b="1">
                <a:solidFill>
                  <a:schemeClr val="bg1"/>
                </a:solidFill>
              </a:rPr>
              <a:t>所有者優先</a:t>
            </a:r>
            <a:r>
              <a:rPr kumimoji="1" lang="ja-JP" altLang="en-US" b="1">
                <a:solidFill>
                  <a:schemeClr val="bg1"/>
                </a:solidFill>
              </a:rPr>
              <a:t>方式</a:t>
            </a:r>
          </a:p>
        </p:txBody>
      </p:sp>
      <p:sp>
        <p:nvSpPr>
          <p:cNvPr id="14" name="テキスト ボックス 13">
            <a:extLst>
              <a:ext uri="{FF2B5EF4-FFF2-40B4-BE49-F238E27FC236}">
                <a16:creationId xmlns:a16="http://schemas.microsoft.com/office/drawing/2014/main" id="{B8580310-C990-B0EC-5A19-295F10EA16DA}"/>
              </a:ext>
            </a:extLst>
          </p:cNvPr>
          <p:cNvSpPr txBox="1"/>
          <p:nvPr/>
        </p:nvSpPr>
        <p:spPr>
          <a:xfrm>
            <a:off x="8758609" y="2657955"/>
            <a:ext cx="1105827" cy="369332"/>
          </a:xfrm>
          <a:prstGeom prst="rect">
            <a:avLst/>
          </a:prstGeom>
          <a:solidFill>
            <a:srgbClr val="9467BD"/>
          </a:solidFill>
        </p:spPr>
        <p:txBody>
          <a:bodyPr wrap="square" rtlCol="0">
            <a:spAutoFit/>
          </a:bodyPr>
          <a:lstStyle/>
          <a:p>
            <a:r>
              <a:rPr lang="ja-JP" altLang="en-US" b="1">
                <a:solidFill>
                  <a:schemeClr val="bg1"/>
                </a:solidFill>
              </a:rPr>
              <a:t>共有なし</a:t>
            </a:r>
            <a:endParaRPr kumimoji="1" lang="ja-JP" altLang="en-US" b="1">
              <a:solidFill>
                <a:schemeClr val="bg1"/>
              </a:solidFill>
            </a:endParaRPr>
          </a:p>
        </p:txBody>
      </p:sp>
      <p:sp>
        <p:nvSpPr>
          <p:cNvPr id="15" name="テキスト ボックス 14">
            <a:extLst>
              <a:ext uri="{FF2B5EF4-FFF2-40B4-BE49-F238E27FC236}">
                <a16:creationId xmlns:a16="http://schemas.microsoft.com/office/drawing/2014/main" id="{6F353B76-CF8F-B428-CEDA-C252475AC03F}"/>
              </a:ext>
            </a:extLst>
          </p:cNvPr>
          <p:cNvSpPr txBox="1"/>
          <p:nvPr/>
        </p:nvSpPr>
        <p:spPr>
          <a:xfrm>
            <a:off x="9362355" y="5278123"/>
            <a:ext cx="2541195" cy="369332"/>
          </a:xfrm>
          <a:prstGeom prst="rect">
            <a:avLst/>
          </a:prstGeom>
          <a:solidFill>
            <a:srgbClr val="2CA02C"/>
          </a:solidFill>
        </p:spPr>
        <p:txBody>
          <a:bodyPr wrap="square" rtlCol="0">
            <a:spAutoFit/>
          </a:bodyPr>
          <a:lstStyle/>
          <a:p>
            <a:r>
              <a:rPr lang="ja-JP" altLang="en-US" b="1">
                <a:solidFill>
                  <a:schemeClr val="bg1"/>
                </a:solidFill>
              </a:rPr>
              <a:t>プリエンプティブ方式</a:t>
            </a:r>
            <a:endParaRPr kumimoji="1" lang="ja-JP" altLang="en-US" b="1">
              <a:solidFill>
                <a:schemeClr val="bg1"/>
              </a:solidFill>
            </a:endParaRPr>
          </a:p>
        </p:txBody>
      </p:sp>
      <p:cxnSp>
        <p:nvCxnSpPr>
          <p:cNvPr id="22" name="直線コネクタ 21">
            <a:extLst>
              <a:ext uri="{FF2B5EF4-FFF2-40B4-BE49-F238E27FC236}">
                <a16:creationId xmlns:a16="http://schemas.microsoft.com/office/drawing/2014/main" id="{E25646DB-B1F6-C3AD-3FBD-2B0E831EBBA0}"/>
              </a:ext>
            </a:extLst>
          </p:cNvPr>
          <p:cNvCxnSpPr>
            <a:cxnSpLocks/>
          </p:cNvCxnSpPr>
          <p:nvPr/>
        </p:nvCxnSpPr>
        <p:spPr>
          <a:xfrm>
            <a:off x="8599055" y="4732524"/>
            <a:ext cx="1995054" cy="545599"/>
          </a:xfrm>
          <a:prstGeom prst="line">
            <a:avLst/>
          </a:prstGeom>
          <a:ln>
            <a:solidFill>
              <a:srgbClr val="2CA02C"/>
            </a:solidFill>
          </a:ln>
        </p:spPr>
        <p:style>
          <a:lnRef idx="2">
            <a:schemeClr val="accent1"/>
          </a:lnRef>
          <a:fillRef idx="0">
            <a:schemeClr val="accent1"/>
          </a:fillRef>
          <a:effectRef idx="1">
            <a:schemeClr val="accent1"/>
          </a:effectRef>
          <a:fontRef idx="minor">
            <a:schemeClr val="tx1"/>
          </a:fontRef>
        </p:style>
      </p:cxnSp>
      <p:cxnSp>
        <p:nvCxnSpPr>
          <p:cNvPr id="26" name="直線コネクタ 25">
            <a:extLst>
              <a:ext uri="{FF2B5EF4-FFF2-40B4-BE49-F238E27FC236}">
                <a16:creationId xmlns:a16="http://schemas.microsoft.com/office/drawing/2014/main" id="{A3D23484-322A-12E6-9033-FFF84C62D7E9}"/>
              </a:ext>
            </a:extLst>
          </p:cNvPr>
          <p:cNvCxnSpPr>
            <a:cxnSpLocks/>
            <a:endCxn id="13" idx="0"/>
          </p:cNvCxnSpPr>
          <p:nvPr/>
        </p:nvCxnSpPr>
        <p:spPr>
          <a:xfrm>
            <a:off x="7656945" y="4461164"/>
            <a:ext cx="531041" cy="816959"/>
          </a:xfrm>
          <a:prstGeom prst="line">
            <a:avLst/>
          </a:prstGeom>
          <a:ln>
            <a:solidFill>
              <a:srgbClr val="1672B1"/>
            </a:solidFill>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6217844D-1A6D-1A67-05D9-0270C9FDACD2}"/>
              </a:ext>
            </a:extLst>
          </p:cNvPr>
          <p:cNvCxnSpPr>
            <a:cxnSpLocks/>
            <a:endCxn id="14" idx="0"/>
          </p:cNvCxnSpPr>
          <p:nvPr/>
        </p:nvCxnSpPr>
        <p:spPr>
          <a:xfrm>
            <a:off x="9245600" y="1457626"/>
            <a:ext cx="65923" cy="1200329"/>
          </a:xfrm>
          <a:prstGeom prst="line">
            <a:avLst/>
          </a:prstGeom>
          <a:ln>
            <a:solidFill>
              <a:srgbClr val="9467BD"/>
            </a:solidFill>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8C9F15B2-D9AB-A30D-6BD8-029E7EB26694}"/>
              </a:ext>
            </a:extLst>
          </p:cNvPr>
          <p:cNvCxnSpPr>
            <a:cxnSpLocks/>
          </p:cNvCxnSpPr>
          <p:nvPr/>
        </p:nvCxnSpPr>
        <p:spPr>
          <a:xfrm flipH="1" flipV="1">
            <a:off x="7509164" y="3027287"/>
            <a:ext cx="1967345" cy="1027477"/>
          </a:xfrm>
          <a:prstGeom prst="line">
            <a:avLst/>
          </a:prstGeom>
          <a:ln>
            <a:solidFill>
              <a:srgbClr val="FF7F0E"/>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3166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descr="グラフ, 折れ線グラフ&#10;&#10;AI 生成コンテンツは誤りを含む可能性があります。">
            <a:extLst>
              <a:ext uri="{FF2B5EF4-FFF2-40B4-BE49-F238E27FC236}">
                <a16:creationId xmlns:a16="http://schemas.microsoft.com/office/drawing/2014/main" id="{5130B4CF-FC9F-A621-7909-9FB2288AFD34}"/>
              </a:ext>
            </a:extLst>
          </p:cNvPr>
          <p:cNvPicPr>
            <a:picLocks noChangeAspect="1"/>
          </p:cNvPicPr>
          <p:nvPr/>
        </p:nvPicPr>
        <p:blipFill>
          <a:blip r:embed="rId3"/>
          <a:stretch>
            <a:fillRect/>
          </a:stretch>
        </p:blipFill>
        <p:spPr>
          <a:xfrm>
            <a:off x="4522395" y="1147814"/>
            <a:ext cx="7262822" cy="5432529"/>
          </a:xfrm>
          <a:prstGeom prst="rect">
            <a:avLst/>
          </a:prstGeom>
        </p:spPr>
      </p:pic>
      <p:pic>
        <p:nvPicPr>
          <p:cNvPr id="3" name="図 2" descr="テーブル&#10;&#10;AI 生成コンテンツは誤りを含む可能性があります。">
            <a:extLst>
              <a:ext uri="{FF2B5EF4-FFF2-40B4-BE49-F238E27FC236}">
                <a16:creationId xmlns:a16="http://schemas.microsoft.com/office/drawing/2014/main" id="{52BC15D5-F920-E66E-E83D-97EB53D18913}"/>
              </a:ext>
            </a:extLst>
          </p:cNvPr>
          <p:cNvPicPr>
            <a:picLocks noChangeAspect="1"/>
          </p:cNvPicPr>
          <p:nvPr/>
        </p:nvPicPr>
        <p:blipFill>
          <a:blip r:embed="rId4"/>
          <a:srcRect l="27228" t="43333" r="26482" b="40556"/>
          <a:stretch>
            <a:fillRect/>
          </a:stretch>
        </p:blipFill>
        <p:spPr>
          <a:xfrm>
            <a:off x="246743" y="3587124"/>
            <a:ext cx="3791453" cy="2660132"/>
          </a:xfrm>
          <a:prstGeom prst="rect">
            <a:avLst/>
          </a:prstGeom>
        </p:spPr>
      </p:pic>
      <p:sp>
        <p:nvSpPr>
          <p:cNvPr id="2" name="タイトル 1">
            <a:extLst>
              <a:ext uri="{FF2B5EF4-FFF2-40B4-BE49-F238E27FC236}">
                <a16:creationId xmlns:a16="http://schemas.microsoft.com/office/drawing/2014/main" id="{5670E5AB-B7CE-87F9-0DE2-DCA6A4B85B27}"/>
              </a:ext>
            </a:extLst>
          </p:cNvPr>
          <p:cNvSpPr>
            <a:spLocks noGrp="1"/>
          </p:cNvSpPr>
          <p:nvPr>
            <p:ph type="title"/>
          </p:nvPr>
        </p:nvSpPr>
        <p:spPr/>
        <p:txBody>
          <a:bodyPr/>
          <a:lstStyle/>
          <a:p>
            <a:r>
              <a:rPr kumimoji="1" lang="ja-JP" altLang="en-US"/>
              <a:t>シナリオ別</a:t>
            </a:r>
            <a:r>
              <a:rPr kumimoji="1" lang="ja-JP" altLang="en-US" b="1"/>
              <a:t>高性能平均</a:t>
            </a:r>
            <a:r>
              <a:rPr kumimoji="1" lang="en-US" altLang="ja-JP" b="1"/>
              <a:t>TAT</a:t>
            </a:r>
            <a:endParaRPr kumimoji="1" lang="ja-JP" altLang="en-US" b="1"/>
          </a:p>
        </p:txBody>
      </p:sp>
      <p:sp>
        <p:nvSpPr>
          <p:cNvPr id="4" name="スライド番号プレースホルダー 3">
            <a:extLst>
              <a:ext uri="{FF2B5EF4-FFF2-40B4-BE49-F238E27FC236}">
                <a16:creationId xmlns:a16="http://schemas.microsoft.com/office/drawing/2014/main" id="{95A618E8-DB97-1439-C3D8-5C7E56B0AB33}"/>
              </a:ext>
            </a:extLst>
          </p:cNvPr>
          <p:cNvSpPr>
            <a:spLocks noGrp="1"/>
          </p:cNvSpPr>
          <p:nvPr>
            <p:ph type="sldNum" sz="quarter" idx="12"/>
          </p:nvPr>
        </p:nvSpPr>
        <p:spPr/>
        <p:txBody>
          <a:bodyPr/>
          <a:lstStyle/>
          <a:p>
            <a:fld id="{8D1BC46D-89B1-41A3-BBA1-F56BEABD0A90}" type="slidenum">
              <a:rPr lang="ja-JP" altLang="en-US" smtClean="0"/>
              <a:pPr/>
              <a:t>10</a:t>
            </a:fld>
            <a:endParaRPr lang="ja-JP" altLang="en-US"/>
          </a:p>
        </p:txBody>
      </p:sp>
      <p:sp>
        <p:nvSpPr>
          <p:cNvPr id="7" name="吹き出し: 角を丸めた四角形 6">
            <a:extLst>
              <a:ext uri="{FF2B5EF4-FFF2-40B4-BE49-F238E27FC236}">
                <a16:creationId xmlns:a16="http://schemas.microsoft.com/office/drawing/2014/main" id="{00A6B0C8-1C6B-A559-4737-574EB877BDF4}"/>
              </a:ext>
            </a:extLst>
          </p:cNvPr>
          <p:cNvSpPr/>
          <p:nvPr/>
        </p:nvSpPr>
        <p:spPr>
          <a:xfrm>
            <a:off x="328681" y="1123281"/>
            <a:ext cx="3415804" cy="1295400"/>
          </a:xfrm>
          <a:prstGeom prst="wedgeRoundRectCallout">
            <a:avLst>
              <a:gd name="adj1" fmla="val 158030"/>
              <a:gd name="adj2" fmla="val 108413"/>
              <a:gd name="adj3" fmla="val 16667"/>
            </a:avLst>
          </a:prstGeom>
          <a:solidFill>
            <a:schemeClr val="bg1">
              <a:lumMod val="8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b="1">
                <a:solidFill>
                  <a:schemeClr val="tx1"/>
                </a:solidFill>
              </a:rPr>
              <a:t>共有なしと比べて</a:t>
            </a:r>
            <a:r>
              <a:rPr kumimoji="1" lang="en-US" altLang="ja-JP" sz="2400" b="1">
                <a:solidFill>
                  <a:schemeClr val="tx1"/>
                </a:solidFill>
              </a:rPr>
              <a:t>FCFS</a:t>
            </a:r>
            <a:r>
              <a:rPr kumimoji="1" lang="ja-JP" altLang="en-US" sz="2400" b="1">
                <a:solidFill>
                  <a:schemeClr val="tx1"/>
                </a:solidFill>
              </a:rPr>
              <a:t>、所有者優先</a:t>
            </a:r>
            <a:endParaRPr kumimoji="1" lang="en-US" altLang="ja-JP" sz="2400" b="1">
              <a:solidFill>
                <a:schemeClr val="tx1"/>
              </a:solidFill>
            </a:endParaRPr>
          </a:p>
          <a:p>
            <a:r>
              <a:rPr kumimoji="1" lang="ja-JP" altLang="en-US" sz="2400" b="1">
                <a:solidFill>
                  <a:schemeClr val="tx1"/>
                </a:solidFill>
              </a:rPr>
              <a:t>方式は</a:t>
            </a:r>
            <a:r>
              <a:rPr kumimoji="1" lang="en-US" altLang="ja-JP" sz="2400" b="1">
                <a:solidFill>
                  <a:schemeClr val="tx1"/>
                </a:solidFill>
              </a:rPr>
              <a:t>TAT</a:t>
            </a:r>
            <a:r>
              <a:rPr kumimoji="1" lang="ja-JP" altLang="en-US" sz="2400" b="1">
                <a:solidFill>
                  <a:schemeClr val="tx1"/>
                </a:solidFill>
              </a:rPr>
              <a:t>が大</a:t>
            </a:r>
          </a:p>
        </p:txBody>
      </p:sp>
      <p:sp>
        <p:nvSpPr>
          <p:cNvPr id="8" name="吹き出し: 角を丸めた四角形 7">
            <a:extLst>
              <a:ext uri="{FF2B5EF4-FFF2-40B4-BE49-F238E27FC236}">
                <a16:creationId xmlns:a16="http://schemas.microsoft.com/office/drawing/2014/main" id="{E32DFD16-C8A6-7AFE-D111-F9E47ADB642A}"/>
              </a:ext>
            </a:extLst>
          </p:cNvPr>
          <p:cNvSpPr/>
          <p:nvPr/>
        </p:nvSpPr>
        <p:spPr>
          <a:xfrm>
            <a:off x="315687" y="2548093"/>
            <a:ext cx="3135086" cy="909619"/>
          </a:xfrm>
          <a:prstGeom prst="wedgeRoundRectCallout">
            <a:avLst>
              <a:gd name="adj1" fmla="val 145537"/>
              <a:gd name="adj2" fmla="val 162934"/>
              <a:gd name="adj3" fmla="val 16667"/>
            </a:avLst>
          </a:prstGeom>
          <a:solidFill>
            <a:schemeClr val="bg1">
              <a:lumMod val="85000"/>
              <a:alpha val="7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solidFill>
                  <a:schemeClr val="tx1"/>
                </a:solidFill>
              </a:rPr>
              <a:t>プリエンプティブ</a:t>
            </a:r>
            <a:endParaRPr kumimoji="1" lang="en-US" altLang="ja-JP" sz="2800" b="1">
              <a:solidFill>
                <a:schemeClr val="tx1"/>
              </a:solidFill>
            </a:endParaRPr>
          </a:p>
          <a:p>
            <a:pPr algn="ctr"/>
            <a:r>
              <a:rPr kumimoji="1" lang="ja-JP" altLang="en-US" sz="2800" b="1">
                <a:solidFill>
                  <a:schemeClr val="tx1"/>
                </a:solidFill>
              </a:rPr>
              <a:t>方式は同水準</a:t>
            </a:r>
          </a:p>
        </p:txBody>
      </p:sp>
      <p:sp>
        <p:nvSpPr>
          <p:cNvPr id="9" name="コンテンツ プレースホルダー 8">
            <a:extLst>
              <a:ext uri="{FF2B5EF4-FFF2-40B4-BE49-F238E27FC236}">
                <a16:creationId xmlns:a16="http://schemas.microsoft.com/office/drawing/2014/main" id="{9B8E9F00-4875-F957-C017-CACA2D5FBDA5}"/>
              </a:ext>
            </a:extLst>
          </p:cNvPr>
          <p:cNvSpPr>
            <a:spLocks noGrp="1"/>
          </p:cNvSpPr>
          <p:nvPr>
            <p:ph idx="1"/>
          </p:nvPr>
        </p:nvSpPr>
        <p:spPr/>
        <p:txBody>
          <a:bodyPr/>
          <a:lstStyle/>
          <a:p>
            <a:endParaRPr lang="ja-JP" altLang="en-US"/>
          </a:p>
        </p:txBody>
      </p:sp>
      <p:sp>
        <p:nvSpPr>
          <p:cNvPr id="12" name="テキスト ボックス 11">
            <a:extLst>
              <a:ext uri="{FF2B5EF4-FFF2-40B4-BE49-F238E27FC236}">
                <a16:creationId xmlns:a16="http://schemas.microsoft.com/office/drawing/2014/main" id="{9E5606FF-D8BA-36A8-8804-5AED8CBF7D3C}"/>
              </a:ext>
            </a:extLst>
          </p:cNvPr>
          <p:cNvSpPr txBox="1"/>
          <p:nvPr/>
        </p:nvSpPr>
        <p:spPr>
          <a:xfrm>
            <a:off x="6557753" y="1811925"/>
            <a:ext cx="1247202" cy="369332"/>
          </a:xfrm>
          <a:prstGeom prst="rect">
            <a:avLst/>
          </a:prstGeom>
          <a:solidFill>
            <a:srgbClr val="FF7F0E"/>
          </a:solidFill>
        </p:spPr>
        <p:txBody>
          <a:bodyPr wrap="square" rtlCol="0">
            <a:spAutoFit/>
          </a:bodyPr>
          <a:lstStyle/>
          <a:p>
            <a:r>
              <a:rPr lang="en-US" altLang="ja-JP" b="1">
                <a:solidFill>
                  <a:schemeClr val="bg1"/>
                </a:solidFill>
              </a:rPr>
              <a:t>FCFS</a:t>
            </a:r>
            <a:r>
              <a:rPr kumimoji="1" lang="ja-JP" altLang="en-US" b="1">
                <a:solidFill>
                  <a:schemeClr val="bg1"/>
                </a:solidFill>
              </a:rPr>
              <a:t>方式</a:t>
            </a:r>
          </a:p>
        </p:txBody>
      </p:sp>
      <p:cxnSp>
        <p:nvCxnSpPr>
          <p:cNvPr id="14" name="直線コネクタ 13">
            <a:extLst>
              <a:ext uri="{FF2B5EF4-FFF2-40B4-BE49-F238E27FC236}">
                <a16:creationId xmlns:a16="http://schemas.microsoft.com/office/drawing/2014/main" id="{1AEA56EB-3F5A-4A4E-2F0A-B8AAE1C74F7F}"/>
              </a:ext>
            </a:extLst>
          </p:cNvPr>
          <p:cNvCxnSpPr>
            <a:cxnSpLocks/>
          </p:cNvCxnSpPr>
          <p:nvPr/>
        </p:nvCxnSpPr>
        <p:spPr>
          <a:xfrm>
            <a:off x="7536873" y="2181257"/>
            <a:ext cx="2059709" cy="552707"/>
          </a:xfrm>
          <a:prstGeom prst="line">
            <a:avLst/>
          </a:prstGeom>
          <a:ln>
            <a:solidFill>
              <a:srgbClr val="FF7F0E"/>
            </a:solidFill>
          </a:ln>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18A414FC-D0D3-6AD0-32A8-72D585624629}"/>
              </a:ext>
            </a:extLst>
          </p:cNvPr>
          <p:cNvSpPr txBox="1"/>
          <p:nvPr/>
        </p:nvSpPr>
        <p:spPr>
          <a:xfrm>
            <a:off x="8100291" y="1811925"/>
            <a:ext cx="1939155" cy="369332"/>
          </a:xfrm>
          <a:prstGeom prst="rect">
            <a:avLst/>
          </a:prstGeom>
          <a:solidFill>
            <a:srgbClr val="1672B1"/>
          </a:solidFill>
        </p:spPr>
        <p:txBody>
          <a:bodyPr wrap="square" rtlCol="0">
            <a:spAutoFit/>
          </a:bodyPr>
          <a:lstStyle/>
          <a:p>
            <a:r>
              <a:rPr kumimoji="1" lang="ja-JP" altLang="en-US" b="1">
                <a:solidFill>
                  <a:schemeClr val="bg1"/>
                </a:solidFill>
              </a:rPr>
              <a:t>所有者優先方式</a:t>
            </a:r>
          </a:p>
        </p:txBody>
      </p:sp>
      <p:cxnSp>
        <p:nvCxnSpPr>
          <p:cNvPr id="16" name="直線コネクタ 15">
            <a:extLst>
              <a:ext uri="{FF2B5EF4-FFF2-40B4-BE49-F238E27FC236}">
                <a16:creationId xmlns:a16="http://schemas.microsoft.com/office/drawing/2014/main" id="{79138199-2CDC-AC9C-FF54-43F575EB850A}"/>
              </a:ext>
            </a:extLst>
          </p:cNvPr>
          <p:cNvCxnSpPr>
            <a:cxnSpLocks/>
          </p:cNvCxnSpPr>
          <p:nvPr/>
        </p:nvCxnSpPr>
        <p:spPr>
          <a:xfrm>
            <a:off x="9023927" y="2181257"/>
            <a:ext cx="1350565" cy="922161"/>
          </a:xfrm>
          <a:prstGeom prst="line">
            <a:avLst/>
          </a:prstGeom>
          <a:ln>
            <a:solidFill>
              <a:srgbClr val="1672B1"/>
            </a:solidFill>
          </a:ln>
        </p:spPr>
        <p:style>
          <a:lnRef idx="2">
            <a:schemeClr val="accent1"/>
          </a:lnRef>
          <a:fillRef idx="0">
            <a:schemeClr val="accent1"/>
          </a:fillRef>
          <a:effectRef idx="1">
            <a:schemeClr val="accent1"/>
          </a:effectRef>
          <a:fontRef idx="minor">
            <a:schemeClr val="tx1"/>
          </a:fontRef>
        </p:style>
      </p:cxnSp>
      <p:sp>
        <p:nvSpPr>
          <p:cNvPr id="20" name="テキスト ボックス 19">
            <a:extLst>
              <a:ext uri="{FF2B5EF4-FFF2-40B4-BE49-F238E27FC236}">
                <a16:creationId xmlns:a16="http://schemas.microsoft.com/office/drawing/2014/main" id="{EA0AE6D1-46FC-0DC8-B180-F6113E4AB514}"/>
              </a:ext>
            </a:extLst>
          </p:cNvPr>
          <p:cNvSpPr txBox="1"/>
          <p:nvPr/>
        </p:nvSpPr>
        <p:spPr>
          <a:xfrm>
            <a:off x="7918100" y="4732524"/>
            <a:ext cx="1105827" cy="369332"/>
          </a:xfrm>
          <a:prstGeom prst="rect">
            <a:avLst/>
          </a:prstGeom>
          <a:solidFill>
            <a:srgbClr val="9467BD"/>
          </a:solidFill>
        </p:spPr>
        <p:txBody>
          <a:bodyPr wrap="square" rtlCol="0">
            <a:spAutoFit/>
          </a:bodyPr>
          <a:lstStyle/>
          <a:p>
            <a:r>
              <a:rPr lang="ja-JP" altLang="en-US" b="1">
                <a:solidFill>
                  <a:schemeClr val="bg1"/>
                </a:solidFill>
              </a:rPr>
              <a:t>共有なし</a:t>
            </a:r>
            <a:endParaRPr kumimoji="1" lang="ja-JP" altLang="en-US" b="1">
              <a:solidFill>
                <a:schemeClr val="bg1"/>
              </a:solidFill>
            </a:endParaRPr>
          </a:p>
        </p:txBody>
      </p:sp>
      <p:cxnSp>
        <p:nvCxnSpPr>
          <p:cNvPr id="21" name="直線コネクタ 20">
            <a:extLst>
              <a:ext uri="{FF2B5EF4-FFF2-40B4-BE49-F238E27FC236}">
                <a16:creationId xmlns:a16="http://schemas.microsoft.com/office/drawing/2014/main" id="{F0E02930-DA3C-5EDE-B232-17078A322BD7}"/>
              </a:ext>
            </a:extLst>
          </p:cNvPr>
          <p:cNvCxnSpPr>
            <a:cxnSpLocks/>
          </p:cNvCxnSpPr>
          <p:nvPr/>
        </p:nvCxnSpPr>
        <p:spPr>
          <a:xfrm>
            <a:off x="7536873" y="4285673"/>
            <a:ext cx="794327" cy="446851"/>
          </a:xfrm>
          <a:prstGeom prst="line">
            <a:avLst/>
          </a:prstGeom>
          <a:ln>
            <a:solidFill>
              <a:srgbClr val="9467BD"/>
            </a:solidFill>
          </a:ln>
        </p:spPr>
        <p:style>
          <a:lnRef idx="2">
            <a:schemeClr val="accent1"/>
          </a:lnRef>
          <a:fillRef idx="0">
            <a:schemeClr val="accent1"/>
          </a:fillRef>
          <a:effectRef idx="1">
            <a:schemeClr val="accent1"/>
          </a:effectRef>
          <a:fontRef idx="minor">
            <a:schemeClr val="tx1"/>
          </a:fontRef>
        </p:style>
      </p:cxnSp>
      <p:sp>
        <p:nvSpPr>
          <p:cNvPr id="25" name="テキスト ボックス 24">
            <a:extLst>
              <a:ext uri="{FF2B5EF4-FFF2-40B4-BE49-F238E27FC236}">
                <a16:creationId xmlns:a16="http://schemas.microsoft.com/office/drawing/2014/main" id="{39FB8771-BB4E-14AF-3A66-C4AA25C200FD}"/>
              </a:ext>
            </a:extLst>
          </p:cNvPr>
          <p:cNvSpPr txBox="1"/>
          <p:nvPr/>
        </p:nvSpPr>
        <p:spPr>
          <a:xfrm>
            <a:off x="9404062" y="4732524"/>
            <a:ext cx="2541195" cy="369332"/>
          </a:xfrm>
          <a:prstGeom prst="rect">
            <a:avLst/>
          </a:prstGeom>
          <a:solidFill>
            <a:srgbClr val="2CA02C"/>
          </a:solidFill>
        </p:spPr>
        <p:txBody>
          <a:bodyPr wrap="square" rtlCol="0">
            <a:spAutoFit/>
          </a:bodyPr>
          <a:lstStyle/>
          <a:p>
            <a:r>
              <a:rPr lang="ja-JP" altLang="en-US" b="1">
                <a:solidFill>
                  <a:schemeClr val="bg1"/>
                </a:solidFill>
              </a:rPr>
              <a:t>プリエンプティブ方式</a:t>
            </a:r>
            <a:endParaRPr kumimoji="1" lang="ja-JP" altLang="en-US" b="1">
              <a:solidFill>
                <a:schemeClr val="bg1"/>
              </a:solidFill>
            </a:endParaRPr>
          </a:p>
        </p:txBody>
      </p:sp>
      <p:cxnSp>
        <p:nvCxnSpPr>
          <p:cNvPr id="29" name="直線コネクタ 28">
            <a:extLst>
              <a:ext uri="{FF2B5EF4-FFF2-40B4-BE49-F238E27FC236}">
                <a16:creationId xmlns:a16="http://schemas.microsoft.com/office/drawing/2014/main" id="{A5E09C0F-F1F2-46E2-7994-E7D60E37EEEF}"/>
              </a:ext>
            </a:extLst>
          </p:cNvPr>
          <p:cNvCxnSpPr>
            <a:cxnSpLocks/>
            <a:endCxn id="25" idx="0"/>
          </p:cNvCxnSpPr>
          <p:nvPr/>
        </p:nvCxnSpPr>
        <p:spPr>
          <a:xfrm>
            <a:off x="8815399" y="4124037"/>
            <a:ext cx="1859261" cy="608487"/>
          </a:xfrm>
          <a:prstGeom prst="line">
            <a:avLst/>
          </a:prstGeom>
          <a:ln>
            <a:solidFill>
              <a:srgbClr val="2CA02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282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3F3A42-9F33-C969-1239-8E61272F5176}"/>
              </a:ext>
            </a:extLst>
          </p:cNvPr>
          <p:cNvSpPr>
            <a:spLocks noGrp="1"/>
          </p:cNvSpPr>
          <p:nvPr>
            <p:ph type="title"/>
          </p:nvPr>
        </p:nvSpPr>
        <p:spPr/>
        <p:txBody>
          <a:bodyPr/>
          <a:lstStyle/>
          <a:p>
            <a:r>
              <a:rPr lang="ja-JP" altLang="en-US" b="1"/>
              <a:t>性能別ユーザー行動による</a:t>
            </a:r>
            <a:r>
              <a:rPr lang="en-US" altLang="ja-JP" b="1"/>
              <a:t>ACP</a:t>
            </a:r>
            <a:r>
              <a:rPr lang="ja-JP" altLang="en-US" b="1"/>
              <a:t>参加評価</a:t>
            </a:r>
            <a:endParaRPr lang="en-US" altLang="ja-JP" b="1"/>
          </a:p>
        </p:txBody>
      </p:sp>
      <p:sp>
        <p:nvSpPr>
          <p:cNvPr id="3" name="コンテンツ プレースホルダー 2">
            <a:extLst>
              <a:ext uri="{FF2B5EF4-FFF2-40B4-BE49-F238E27FC236}">
                <a16:creationId xmlns:a16="http://schemas.microsoft.com/office/drawing/2014/main" id="{83113ED6-80FB-38AA-B1C6-A2AEE513B7C5}"/>
              </a:ext>
            </a:extLst>
          </p:cNvPr>
          <p:cNvSpPr>
            <a:spLocks noGrp="1"/>
          </p:cNvSpPr>
          <p:nvPr>
            <p:ph idx="1"/>
          </p:nvPr>
        </p:nvSpPr>
        <p:spPr/>
        <p:txBody>
          <a:bodyPr>
            <a:normAutofit fontScale="62500" lnSpcReduction="20000"/>
          </a:bodyPr>
          <a:lstStyle/>
          <a:p>
            <a:pPr marL="0" indent="0">
              <a:lnSpc>
                <a:spcPct val="150000"/>
              </a:lnSpc>
              <a:buNone/>
            </a:pPr>
            <a:r>
              <a:rPr lang="ja-JP" altLang="en-US" sz="3400" b="1">
                <a:solidFill>
                  <a:schemeClr val="accent3">
                    <a:lumMod val="75000"/>
                  </a:schemeClr>
                </a:solidFill>
                <a:latin typeface="+mn-lt"/>
              </a:rPr>
              <a:t>待ち時間を効用式とした意思決定モデルと参加者数の推移評価</a:t>
            </a:r>
            <a:endParaRPr lang="en-US" altLang="ja-JP" sz="3400" b="1">
              <a:solidFill>
                <a:schemeClr val="accent3">
                  <a:lumMod val="75000"/>
                </a:schemeClr>
              </a:solidFill>
              <a:latin typeface="+mn-lt"/>
              <a:ea typeface="メイリオ" panose="020B0604030504040204" pitchFamily="50" charset="-128"/>
            </a:endParaRPr>
          </a:p>
          <a:p>
            <a:pPr marL="0" indent="0">
              <a:lnSpc>
                <a:spcPct val="150000"/>
              </a:lnSpc>
              <a:buNone/>
            </a:pPr>
            <a:r>
              <a:rPr lang="ja-JP" altLang="en-US" sz="2900" b="1">
                <a:latin typeface="+mn-lt"/>
                <a:ea typeface="メイリオ" panose="020B0604030504040204" pitchFamily="50" charset="-128"/>
              </a:rPr>
              <a:t>合理的なユーザー行動のモデル化</a:t>
            </a:r>
            <a:endParaRPr lang="ja-JP" altLang="en-US" sz="2900">
              <a:latin typeface="+mn-lt"/>
              <a:ea typeface="メイリオ" panose="020B0604030504040204" pitchFamily="50" charset="-128"/>
            </a:endParaRPr>
          </a:p>
          <a:p>
            <a:pPr marL="457200" lvl="1" indent="0">
              <a:lnSpc>
                <a:spcPct val="150000"/>
              </a:lnSpc>
              <a:buNone/>
            </a:pPr>
            <a:r>
              <a:rPr lang="ja-JP" altLang="en-US" sz="2900">
                <a:latin typeface="+mn-lt"/>
                <a:ea typeface="メイリオ" panose="020B0604030504040204" pitchFamily="50" charset="-128"/>
              </a:rPr>
              <a:t>各ユーザーは「タスクの平均完了時間」の速さのみを基準に、</a:t>
            </a:r>
            <a:r>
              <a:rPr lang="en-US" altLang="ja-JP" sz="2900">
                <a:latin typeface="+mn-lt"/>
                <a:ea typeface="メイリオ" panose="020B0604030504040204" pitchFamily="50" charset="-128"/>
              </a:rPr>
              <a:t>ACP</a:t>
            </a:r>
            <a:r>
              <a:rPr lang="ja-JP" altLang="en-US" sz="2900">
                <a:latin typeface="+mn-lt"/>
                <a:ea typeface="メイリオ" panose="020B0604030504040204" pitchFamily="50" charset="-128"/>
              </a:rPr>
              <a:t>への参加・不参加を自律的に判断すると想定。</a:t>
            </a:r>
          </a:p>
          <a:p>
            <a:pPr marL="0" indent="0">
              <a:lnSpc>
                <a:spcPct val="150000"/>
              </a:lnSpc>
              <a:buNone/>
            </a:pPr>
            <a:r>
              <a:rPr lang="ja-JP" altLang="en-US" sz="2900" b="1">
                <a:latin typeface="+mn-lt"/>
                <a:ea typeface="メイリオ" panose="020B0604030504040204" pitchFamily="50" charset="-128"/>
              </a:rPr>
              <a:t>参加判断のロジック　</a:t>
            </a:r>
            <a:r>
              <a:rPr lang="ja-JP" altLang="en-US" sz="2900">
                <a:latin typeface="+mn-lt"/>
                <a:ea typeface="メイリオ" panose="020B0604030504040204" pitchFamily="50" charset="-128"/>
              </a:rPr>
              <a:t>毎ループごとに参加判断</a:t>
            </a:r>
          </a:p>
          <a:p>
            <a:pPr marL="457200" lvl="1" indent="0">
              <a:lnSpc>
                <a:spcPct val="150000"/>
              </a:lnSpc>
              <a:buNone/>
            </a:pPr>
            <a:r>
              <a:rPr lang="ja-JP" altLang="en-US" sz="2900" b="1">
                <a:latin typeface="+mn-lt"/>
                <a:ea typeface="メイリオ" panose="020B0604030504040204" pitchFamily="50" charset="-128"/>
              </a:rPr>
              <a:t>未参加者：</a:t>
            </a:r>
            <a:r>
              <a:rPr lang="ja-JP" altLang="en-US" sz="2900">
                <a:latin typeface="+mn-lt"/>
                <a:ea typeface="メイリオ" panose="020B0604030504040204" pitchFamily="50" charset="-128"/>
              </a:rPr>
              <a:t>「現在の</a:t>
            </a:r>
            <a:r>
              <a:rPr lang="en-US" altLang="ja-JP" sz="2900">
                <a:latin typeface="+mn-lt"/>
                <a:ea typeface="メイリオ" panose="020B0604030504040204" pitchFamily="50" charset="-128"/>
              </a:rPr>
              <a:t>ACP</a:t>
            </a:r>
            <a:r>
              <a:rPr lang="ja-JP" altLang="en-US" sz="2900">
                <a:latin typeface="+mn-lt"/>
                <a:ea typeface="メイリオ" panose="020B0604030504040204" pitchFamily="50" charset="-128"/>
              </a:rPr>
              <a:t>に自分が加わった場合」の待ち時間を予測し、自分の</a:t>
            </a:r>
            <a:r>
              <a:rPr lang="en-US" altLang="ja-JP" sz="2900">
                <a:latin typeface="+mn-lt"/>
                <a:ea typeface="メイリオ" panose="020B0604030504040204" pitchFamily="50" charset="-128"/>
              </a:rPr>
              <a:t>GPU</a:t>
            </a:r>
            <a:r>
              <a:rPr lang="ja-JP" altLang="en-US" sz="2900">
                <a:latin typeface="+mn-lt"/>
                <a:ea typeface="メイリオ" panose="020B0604030504040204" pitchFamily="50" charset="-128"/>
              </a:rPr>
              <a:t>のみを使う場合と比較して早い方を選択。</a:t>
            </a:r>
          </a:p>
          <a:p>
            <a:pPr marL="457200" lvl="1" indent="0">
              <a:lnSpc>
                <a:spcPct val="150000"/>
              </a:lnSpc>
              <a:buNone/>
            </a:pPr>
            <a:r>
              <a:rPr lang="ja-JP" altLang="en-US" sz="2900" b="1">
                <a:latin typeface="+mn-lt"/>
                <a:ea typeface="メイリオ" panose="020B0604030504040204" pitchFamily="50" charset="-128"/>
              </a:rPr>
              <a:t>参加者：</a:t>
            </a:r>
            <a:r>
              <a:rPr lang="ja-JP" altLang="en-US" sz="2900">
                <a:latin typeface="+mn-lt"/>
                <a:ea typeface="メイリオ" panose="020B0604030504040204" pitchFamily="50" charset="-128"/>
              </a:rPr>
              <a:t>「現在の</a:t>
            </a:r>
            <a:r>
              <a:rPr lang="en-US" altLang="ja-JP" sz="2900">
                <a:latin typeface="+mn-lt"/>
                <a:ea typeface="メイリオ" panose="020B0604030504040204" pitchFamily="50" charset="-128"/>
              </a:rPr>
              <a:t>ACP</a:t>
            </a:r>
            <a:r>
              <a:rPr lang="ja-JP" altLang="en-US" sz="2900">
                <a:latin typeface="+mn-lt"/>
                <a:ea typeface="メイリオ" panose="020B0604030504040204" pitchFamily="50" charset="-128"/>
              </a:rPr>
              <a:t>での実績値」と、自分一人で計算した場合を比較し、継続か離脱かを判断。</a:t>
            </a:r>
          </a:p>
          <a:p>
            <a:pPr marL="0" indent="0">
              <a:lnSpc>
                <a:spcPct val="150000"/>
              </a:lnSpc>
              <a:buNone/>
            </a:pPr>
            <a:r>
              <a:rPr lang="ja-JP" altLang="en-US" sz="2900" b="1">
                <a:latin typeface="+mn-lt"/>
                <a:ea typeface="メイリオ" panose="020B0604030504040204" pitchFamily="50" charset="-128"/>
              </a:rPr>
              <a:t>持続性の評価指標</a:t>
            </a:r>
            <a:endParaRPr lang="ja-JP" altLang="en-US" sz="2900">
              <a:latin typeface="+mn-lt"/>
              <a:ea typeface="メイリオ" panose="020B0604030504040204" pitchFamily="50" charset="-128"/>
            </a:endParaRPr>
          </a:p>
          <a:p>
            <a:pPr marL="457200" lvl="1" indent="0">
              <a:lnSpc>
                <a:spcPct val="150000"/>
              </a:lnSpc>
              <a:buNone/>
            </a:pPr>
            <a:r>
              <a:rPr lang="ja-JP" altLang="en-US" sz="2900">
                <a:latin typeface="+mn-lt"/>
                <a:ea typeface="メイリオ" panose="020B0604030504040204" pitchFamily="50" charset="-128"/>
              </a:rPr>
              <a:t>初回をランダム参加とし、</a:t>
            </a:r>
            <a:r>
              <a:rPr lang="en-US" altLang="ja-JP" sz="2900">
                <a:latin typeface="+mn-lt"/>
                <a:ea typeface="メイリオ" panose="020B0604030504040204" pitchFamily="50" charset="-128"/>
              </a:rPr>
              <a:t>10</a:t>
            </a:r>
            <a:r>
              <a:rPr lang="ja-JP" altLang="en-US" sz="2900">
                <a:latin typeface="+mn-lt"/>
                <a:ea typeface="メイリオ" panose="020B0604030504040204" pitchFamily="50" charset="-128"/>
              </a:rPr>
              <a:t>回のループを通じて、性能別のユーザーが最終的にどれだけ</a:t>
            </a:r>
            <a:r>
              <a:rPr lang="en-US" altLang="ja-JP" sz="2900">
                <a:latin typeface="+mn-lt"/>
                <a:ea typeface="メイリオ" panose="020B0604030504040204" pitchFamily="50" charset="-128"/>
              </a:rPr>
              <a:t>ACP</a:t>
            </a:r>
            <a:r>
              <a:rPr lang="ja-JP" altLang="en-US" sz="2900">
                <a:latin typeface="+mn-lt"/>
                <a:ea typeface="メイリオ" panose="020B0604030504040204" pitchFamily="50" charset="-128"/>
              </a:rPr>
              <a:t>に定着するかを評価。</a:t>
            </a:r>
          </a:p>
          <a:p>
            <a:pPr marL="0" indent="0">
              <a:buNone/>
            </a:pPr>
            <a:endParaRPr kumimoji="1" lang="ja-JP" altLang="en-US" b="1">
              <a:solidFill>
                <a:schemeClr val="accent3">
                  <a:lumMod val="75000"/>
                </a:schemeClr>
              </a:solidFill>
            </a:endParaRPr>
          </a:p>
        </p:txBody>
      </p:sp>
      <p:sp>
        <p:nvSpPr>
          <p:cNvPr id="4" name="スライド番号プレースホルダー 3">
            <a:extLst>
              <a:ext uri="{FF2B5EF4-FFF2-40B4-BE49-F238E27FC236}">
                <a16:creationId xmlns:a16="http://schemas.microsoft.com/office/drawing/2014/main" id="{11E220AF-AD77-EDA2-CFF8-25A71A459026}"/>
              </a:ext>
            </a:extLst>
          </p:cNvPr>
          <p:cNvSpPr>
            <a:spLocks noGrp="1"/>
          </p:cNvSpPr>
          <p:nvPr>
            <p:ph type="sldNum" sz="quarter" idx="12"/>
          </p:nvPr>
        </p:nvSpPr>
        <p:spPr/>
        <p:txBody>
          <a:bodyPr/>
          <a:lstStyle/>
          <a:p>
            <a:fld id="{8D1BC46D-89B1-41A3-BBA1-F56BEABD0A90}" type="slidenum">
              <a:rPr lang="ja-JP" altLang="en-US" smtClean="0"/>
              <a:pPr/>
              <a:t>11</a:t>
            </a:fld>
            <a:endParaRPr lang="ja-JP" altLang="en-US"/>
          </a:p>
        </p:txBody>
      </p:sp>
    </p:spTree>
    <p:extLst>
      <p:ext uri="{BB962C8B-B14F-4D97-AF65-F5344CB8AC3E}">
        <p14:creationId xmlns:p14="http://schemas.microsoft.com/office/powerpoint/2010/main" val="646169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グラフ, 棒グラフ&#10;&#10;AI 生成コンテンツは誤りを含む可能性があります。">
            <a:extLst>
              <a:ext uri="{FF2B5EF4-FFF2-40B4-BE49-F238E27FC236}">
                <a16:creationId xmlns:a16="http://schemas.microsoft.com/office/drawing/2014/main" id="{BC83BF69-380B-7B8F-A309-FA7130143436}"/>
              </a:ext>
            </a:extLst>
          </p:cNvPr>
          <p:cNvPicPr>
            <a:picLocks noChangeAspect="1"/>
          </p:cNvPicPr>
          <p:nvPr/>
        </p:nvPicPr>
        <p:blipFill>
          <a:blip r:embed="rId3"/>
          <a:stretch>
            <a:fillRect/>
          </a:stretch>
        </p:blipFill>
        <p:spPr>
          <a:xfrm>
            <a:off x="3494041" y="1351463"/>
            <a:ext cx="4375576" cy="2614440"/>
          </a:xfrm>
          <a:prstGeom prst="rect">
            <a:avLst/>
          </a:prstGeom>
        </p:spPr>
      </p:pic>
      <p:pic>
        <p:nvPicPr>
          <p:cNvPr id="13" name="図 12" descr="グラフ, 棒グラフ&#10;&#10;AI 生成コンテンツは誤りを含む可能性があります。">
            <a:extLst>
              <a:ext uri="{FF2B5EF4-FFF2-40B4-BE49-F238E27FC236}">
                <a16:creationId xmlns:a16="http://schemas.microsoft.com/office/drawing/2014/main" id="{0A913290-A3B8-C50E-9165-8DF1ED8A2F15}"/>
              </a:ext>
            </a:extLst>
          </p:cNvPr>
          <p:cNvPicPr>
            <a:picLocks noChangeAspect="1"/>
          </p:cNvPicPr>
          <p:nvPr/>
        </p:nvPicPr>
        <p:blipFill>
          <a:blip r:embed="rId4"/>
          <a:stretch>
            <a:fillRect/>
          </a:stretch>
        </p:blipFill>
        <p:spPr>
          <a:xfrm>
            <a:off x="650147" y="4110182"/>
            <a:ext cx="4375576" cy="2614440"/>
          </a:xfrm>
          <a:prstGeom prst="rect">
            <a:avLst/>
          </a:prstGeom>
        </p:spPr>
      </p:pic>
      <p:sp>
        <p:nvSpPr>
          <p:cNvPr id="2" name="タイトル 1">
            <a:extLst>
              <a:ext uri="{FF2B5EF4-FFF2-40B4-BE49-F238E27FC236}">
                <a16:creationId xmlns:a16="http://schemas.microsoft.com/office/drawing/2014/main" id="{86AB8C8D-11A8-96A5-361A-59F9257AFEB8}"/>
              </a:ext>
            </a:extLst>
          </p:cNvPr>
          <p:cNvSpPr>
            <a:spLocks noGrp="1"/>
          </p:cNvSpPr>
          <p:nvPr>
            <p:ph type="title"/>
          </p:nvPr>
        </p:nvSpPr>
        <p:spPr/>
        <p:txBody>
          <a:bodyPr/>
          <a:lstStyle/>
          <a:p>
            <a:r>
              <a:rPr lang="ja-JP" altLang="en-US" b="1"/>
              <a:t>シミュレーション結果 </a:t>
            </a:r>
            <a:r>
              <a:rPr lang="en-US" altLang="ja-JP" b="1"/>
              <a:t>:</a:t>
            </a:r>
            <a:r>
              <a:rPr lang="ja-JP" altLang="en-US" b="1"/>
              <a:t> 参加者数推移</a:t>
            </a:r>
            <a:endParaRPr kumimoji="1" lang="ja-JP" altLang="en-US" b="1"/>
          </a:p>
        </p:txBody>
      </p:sp>
      <p:sp>
        <p:nvSpPr>
          <p:cNvPr id="4" name="スライド番号プレースホルダー 3">
            <a:extLst>
              <a:ext uri="{FF2B5EF4-FFF2-40B4-BE49-F238E27FC236}">
                <a16:creationId xmlns:a16="http://schemas.microsoft.com/office/drawing/2014/main" id="{10E2543F-C418-7668-E296-BC1FC3AEF9E0}"/>
              </a:ext>
            </a:extLst>
          </p:cNvPr>
          <p:cNvSpPr>
            <a:spLocks noGrp="1"/>
          </p:cNvSpPr>
          <p:nvPr>
            <p:ph type="sldNum" sz="quarter" idx="12"/>
          </p:nvPr>
        </p:nvSpPr>
        <p:spPr/>
        <p:txBody>
          <a:bodyPr/>
          <a:lstStyle/>
          <a:p>
            <a:fld id="{8D1BC46D-89B1-41A3-BBA1-F56BEABD0A90}" type="slidenum">
              <a:rPr lang="ja-JP" altLang="en-US" smtClean="0"/>
              <a:pPr/>
              <a:t>12</a:t>
            </a:fld>
            <a:endParaRPr lang="ja-JP" altLang="en-US"/>
          </a:p>
        </p:txBody>
      </p:sp>
      <p:sp>
        <p:nvSpPr>
          <p:cNvPr id="9" name="吹き出し: 角を丸めた四角形 8">
            <a:extLst>
              <a:ext uri="{FF2B5EF4-FFF2-40B4-BE49-F238E27FC236}">
                <a16:creationId xmlns:a16="http://schemas.microsoft.com/office/drawing/2014/main" id="{F54FDCF0-C453-9702-A3E7-809C763B461B}"/>
              </a:ext>
            </a:extLst>
          </p:cNvPr>
          <p:cNvSpPr/>
          <p:nvPr/>
        </p:nvSpPr>
        <p:spPr>
          <a:xfrm>
            <a:off x="80150" y="1498876"/>
            <a:ext cx="4115797" cy="2271923"/>
          </a:xfrm>
          <a:custGeom>
            <a:avLst/>
            <a:gdLst>
              <a:gd name="csX0" fmla="*/ 0 w 3252236"/>
              <a:gd name="csY0" fmla="*/ 264744 h 1588432"/>
              <a:gd name="csX1" fmla="*/ 264744 w 3252236"/>
              <a:gd name="csY1" fmla="*/ 0 h 1588432"/>
              <a:gd name="csX2" fmla="*/ 1897138 w 3252236"/>
              <a:gd name="csY2" fmla="*/ 0 h 1588432"/>
              <a:gd name="csX3" fmla="*/ 1897138 w 3252236"/>
              <a:gd name="csY3" fmla="*/ 0 h 1588432"/>
              <a:gd name="csX4" fmla="*/ 2710197 w 3252236"/>
              <a:gd name="csY4" fmla="*/ 0 h 1588432"/>
              <a:gd name="csX5" fmla="*/ 2987492 w 3252236"/>
              <a:gd name="csY5" fmla="*/ 0 h 1588432"/>
              <a:gd name="csX6" fmla="*/ 3252236 w 3252236"/>
              <a:gd name="csY6" fmla="*/ 264744 h 1588432"/>
              <a:gd name="csX7" fmla="*/ 3252236 w 3252236"/>
              <a:gd name="csY7" fmla="*/ 926585 h 1588432"/>
              <a:gd name="csX8" fmla="*/ 6988307 w 3252236"/>
              <a:gd name="csY8" fmla="*/ 1842184 h 1588432"/>
              <a:gd name="csX9" fmla="*/ 3252236 w 3252236"/>
              <a:gd name="csY9" fmla="*/ 1323693 h 1588432"/>
              <a:gd name="csX10" fmla="*/ 3252236 w 3252236"/>
              <a:gd name="csY10" fmla="*/ 1323688 h 1588432"/>
              <a:gd name="csX11" fmla="*/ 2987492 w 3252236"/>
              <a:gd name="csY11" fmla="*/ 1588432 h 1588432"/>
              <a:gd name="csX12" fmla="*/ 2710197 w 3252236"/>
              <a:gd name="csY12" fmla="*/ 1588432 h 1588432"/>
              <a:gd name="csX13" fmla="*/ 1897138 w 3252236"/>
              <a:gd name="csY13" fmla="*/ 1588432 h 1588432"/>
              <a:gd name="csX14" fmla="*/ 1897138 w 3252236"/>
              <a:gd name="csY14" fmla="*/ 1588432 h 1588432"/>
              <a:gd name="csX15" fmla="*/ 264744 w 3252236"/>
              <a:gd name="csY15" fmla="*/ 1588432 h 1588432"/>
              <a:gd name="csX16" fmla="*/ 0 w 3252236"/>
              <a:gd name="csY16" fmla="*/ 1323688 h 1588432"/>
              <a:gd name="csX17" fmla="*/ 0 w 3252236"/>
              <a:gd name="csY17" fmla="*/ 1323693 h 1588432"/>
              <a:gd name="csX18" fmla="*/ 0 w 3252236"/>
              <a:gd name="csY18" fmla="*/ 926585 h 1588432"/>
              <a:gd name="csX19" fmla="*/ 0 w 3252236"/>
              <a:gd name="csY19" fmla="*/ 926585 h 1588432"/>
              <a:gd name="csX20" fmla="*/ 0 w 3252236"/>
              <a:gd name="csY20" fmla="*/ 264744 h 1588432"/>
              <a:gd name="csX0" fmla="*/ 0 w 6988307"/>
              <a:gd name="csY0" fmla="*/ 264744 h 3925232"/>
              <a:gd name="csX1" fmla="*/ 264744 w 6988307"/>
              <a:gd name="csY1" fmla="*/ 0 h 3925232"/>
              <a:gd name="csX2" fmla="*/ 1897138 w 6988307"/>
              <a:gd name="csY2" fmla="*/ 0 h 3925232"/>
              <a:gd name="csX3" fmla="*/ 1897138 w 6988307"/>
              <a:gd name="csY3" fmla="*/ 0 h 3925232"/>
              <a:gd name="csX4" fmla="*/ 2710197 w 6988307"/>
              <a:gd name="csY4" fmla="*/ 0 h 3925232"/>
              <a:gd name="csX5" fmla="*/ 2987492 w 6988307"/>
              <a:gd name="csY5" fmla="*/ 0 h 3925232"/>
              <a:gd name="csX6" fmla="*/ 3252236 w 6988307"/>
              <a:gd name="csY6" fmla="*/ 264744 h 3925232"/>
              <a:gd name="csX7" fmla="*/ 3252236 w 6988307"/>
              <a:gd name="csY7" fmla="*/ 926585 h 3925232"/>
              <a:gd name="csX8" fmla="*/ 6988307 w 6988307"/>
              <a:gd name="csY8" fmla="*/ 1842184 h 3925232"/>
              <a:gd name="csX9" fmla="*/ 3252236 w 6988307"/>
              <a:gd name="csY9" fmla="*/ 1323693 h 3925232"/>
              <a:gd name="csX10" fmla="*/ 3252236 w 6988307"/>
              <a:gd name="csY10" fmla="*/ 1323688 h 3925232"/>
              <a:gd name="csX11" fmla="*/ 2987492 w 6988307"/>
              <a:gd name="csY11" fmla="*/ 1588432 h 3925232"/>
              <a:gd name="csX12" fmla="*/ 4603652 w 6988307"/>
              <a:gd name="csY12" fmla="*/ 3925232 h 3925232"/>
              <a:gd name="csX13" fmla="*/ 1897138 w 6988307"/>
              <a:gd name="csY13" fmla="*/ 1588432 h 3925232"/>
              <a:gd name="csX14" fmla="*/ 1897138 w 6988307"/>
              <a:gd name="csY14" fmla="*/ 1588432 h 3925232"/>
              <a:gd name="csX15" fmla="*/ 264744 w 6988307"/>
              <a:gd name="csY15" fmla="*/ 1588432 h 3925232"/>
              <a:gd name="csX16" fmla="*/ 0 w 6988307"/>
              <a:gd name="csY16" fmla="*/ 1323688 h 3925232"/>
              <a:gd name="csX17" fmla="*/ 0 w 6988307"/>
              <a:gd name="csY17" fmla="*/ 1323693 h 3925232"/>
              <a:gd name="csX18" fmla="*/ 0 w 6988307"/>
              <a:gd name="csY18" fmla="*/ 926585 h 3925232"/>
              <a:gd name="csX19" fmla="*/ 0 w 6988307"/>
              <a:gd name="csY19" fmla="*/ 926585 h 3925232"/>
              <a:gd name="csX20" fmla="*/ 0 w 6988307"/>
              <a:gd name="csY20" fmla="*/ 264744 h 3925232"/>
              <a:gd name="csX0" fmla="*/ 0 w 6988307"/>
              <a:gd name="csY0" fmla="*/ 264744 h 2271923"/>
              <a:gd name="csX1" fmla="*/ 264744 w 6988307"/>
              <a:gd name="csY1" fmla="*/ 0 h 2271923"/>
              <a:gd name="csX2" fmla="*/ 1897138 w 6988307"/>
              <a:gd name="csY2" fmla="*/ 0 h 2271923"/>
              <a:gd name="csX3" fmla="*/ 1897138 w 6988307"/>
              <a:gd name="csY3" fmla="*/ 0 h 2271923"/>
              <a:gd name="csX4" fmla="*/ 2710197 w 6988307"/>
              <a:gd name="csY4" fmla="*/ 0 h 2271923"/>
              <a:gd name="csX5" fmla="*/ 2987492 w 6988307"/>
              <a:gd name="csY5" fmla="*/ 0 h 2271923"/>
              <a:gd name="csX6" fmla="*/ 3252236 w 6988307"/>
              <a:gd name="csY6" fmla="*/ 264744 h 2271923"/>
              <a:gd name="csX7" fmla="*/ 3252236 w 6988307"/>
              <a:gd name="csY7" fmla="*/ 926585 h 2271923"/>
              <a:gd name="csX8" fmla="*/ 6988307 w 6988307"/>
              <a:gd name="csY8" fmla="*/ 1842184 h 2271923"/>
              <a:gd name="csX9" fmla="*/ 3252236 w 6988307"/>
              <a:gd name="csY9" fmla="*/ 1323693 h 2271923"/>
              <a:gd name="csX10" fmla="*/ 3252236 w 6988307"/>
              <a:gd name="csY10" fmla="*/ 1323688 h 2271923"/>
              <a:gd name="csX11" fmla="*/ 2987492 w 6988307"/>
              <a:gd name="csY11" fmla="*/ 1588432 h 2271923"/>
              <a:gd name="csX12" fmla="*/ 2867216 w 6988307"/>
              <a:gd name="csY12" fmla="*/ 2271923 h 2271923"/>
              <a:gd name="csX13" fmla="*/ 1897138 w 6988307"/>
              <a:gd name="csY13" fmla="*/ 1588432 h 2271923"/>
              <a:gd name="csX14" fmla="*/ 1897138 w 6988307"/>
              <a:gd name="csY14" fmla="*/ 1588432 h 2271923"/>
              <a:gd name="csX15" fmla="*/ 264744 w 6988307"/>
              <a:gd name="csY15" fmla="*/ 1588432 h 2271923"/>
              <a:gd name="csX16" fmla="*/ 0 w 6988307"/>
              <a:gd name="csY16" fmla="*/ 1323688 h 2271923"/>
              <a:gd name="csX17" fmla="*/ 0 w 6988307"/>
              <a:gd name="csY17" fmla="*/ 1323693 h 2271923"/>
              <a:gd name="csX18" fmla="*/ 0 w 6988307"/>
              <a:gd name="csY18" fmla="*/ 926585 h 2271923"/>
              <a:gd name="csX19" fmla="*/ 0 w 6988307"/>
              <a:gd name="csY19" fmla="*/ 926585 h 2271923"/>
              <a:gd name="csX20" fmla="*/ 0 w 6988307"/>
              <a:gd name="csY20" fmla="*/ 264744 h 2271923"/>
              <a:gd name="csX0" fmla="*/ 0 w 4115797"/>
              <a:gd name="csY0" fmla="*/ 264744 h 2271923"/>
              <a:gd name="csX1" fmla="*/ 264744 w 4115797"/>
              <a:gd name="csY1" fmla="*/ 0 h 2271923"/>
              <a:gd name="csX2" fmla="*/ 1897138 w 4115797"/>
              <a:gd name="csY2" fmla="*/ 0 h 2271923"/>
              <a:gd name="csX3" fmla="*/ 1897138 w 4115797"/>
              <a:gd name="csY3" fmla="*/ 0 h 2271923"/>
              <a:gd name="csX4" fmla="*/ 2710197 w 4115797"/>
              <a:gd name="csY4" fmla="*/ 0 h 2271923"/>
              <a:gd name="csX5" fmla="*/ 2987492 w 4115797"/>
              <a:gd name="csY5" fmla="*/ 0 h 2271923"/>
              <a:gd name="csX6" fmla="*/ 3252236 w 4115797"/>
              <a:gd name="csY6" fmla="*/ 264744 h 2271923"/>
              <a:gd name="csX7" fmla="*/ 3252236 w 4115797"/>
              <a:gd name="csY7" fmla="*/ 926585 h 2271923"/>
              <a:gd name="csX8" fmla="*/ 4115797 w 4115797"/>
              <a:gd name="csY8" fmla="*/ 863130 h 2271923"/>
              <a:gd name="csX9" fmla="*/ 3252236 w 4115797"/>
              <a:gd name="csY9" fmla="*/ 1323693 h 2271923"/>
              <a:gd name="csX10" fmla="*/ 3252236 w 4115797"/>
              <a:gd name="csY10" fmla="*/ 1323688 h 2271923"/>
              <a:gd name="csX11" fmla="*/ 2987492 w 4115797"/>
              <a:gd name="csY11" fmla="*/ 1588432 h 2271923"/>
              <a:gd name="csX12" fmla="*/ 2867216 w 4115797"/>
              <a:gd name="csY12" fmla="*/ 2271923 h 2271923"/>
              <a:gd name="csX13" fmla="*/ 1897138 w 4115797"/>
              <a:gd name="csY13" fmla="*/ 1588432 h 2271923"/>
              <a:gd name="csX14" fmla="*/ 1897138 w 4115797"/>
              <a:gd name="csY14" fmla="*/ 1588432 h 2271923"/>
              <a:gd name="csX15" fmla="*/ 264744 w 4115797"/>
              <a:gd name="csY15" fmla="*/ 1588432 h 2271923"/>
              <a:gd name="csX16" fmla="*/ 0 w 4115797"/>
              <a:gd name="csY16" fmla="*/ 1323688 h 2271923"/>
              <a:gd name="csX17" fmla="*/ 0 w 4115797"/>
              <a:gd name="csY17" fmla="*/ 1323693 h 2271923"/>
              <a:gd name="csX18" fmla="*/ 0 w 4115797"/>
              <a:gd name="csY18" fmla="*/ 926585 h 2271923"/>
              <a:gd name="csX19" fmla="*/ 0 w 4115797"/>
              <a:gd name="csY19" fmla="*/ 926585 h 2271923"/>
              <a:gd name="csX20" fmla="*/ 0 w 4115797"/>
              <a:gd name="csY20" fmla="*/ 264744 h 22719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115797" h="2271923">
                <a:moveTo>
                  <a:pt x="0" y="264744"/>
                </a:moveTo>
                <a:cubicBezTo>
                  <a:pt x="0" y="118530"/>
                  <a:pt x="118530" y="0"/>
                  <a:pt x="264744" y="0"/>
                </a:cubicBezTo>
                <a:lnTo>
                  <a:pt x="1897138" y="0"/>
                </a:lnTo>
                <a:lnTo>
                  <a:pt x="1897138" y="0"/>
                </a:lnTo>
                <a:lnTo>
                  <a:pt x="2710197" y="0"/>
                </a:lnTo>
                <a:lnTo>
                  <a:pt x="2987492" y="0"/>
                </a:lnTo>
                <a:cubicBezTo>
                  <a:pt x="3133706" y="0"/>
                  <a:pt x="3252236" y="118530"/>
                  <a:pt x="3252236" y="264744"/>
                </a:cubicBezTo>
                <a:lnTo>
                  <a:pt x="3252236" y="926585"/>
                </a:lnTo>
                <a:lnTo>
                  <a:pt x="4115797" y="863130"/>
                </a:lnTo>
                <a:lnTo>
                  <a:pt x="3252236" y="1323693"/>
                </a:lnTo>
                <a:lnTo>
                  <a:pt x="3252236" y="1323688"/>
                </a:lnTo>
                <a:cubicBezTo>
                  <a:pt x="3252236" y="1469902"/>
                  <a:pt x="3133706" y="1588432"/>
                  <a:pt x="2987492" y="1588432"/>
                </a:cubicBezTo>
                <a:lnTo>
                  <a:pt x="2867216" y="2271923"/>
                </a:lnTo>
                <a:lnTo>
                  <a:pt x="1897138" y="1588432"/>
                </a:lnTo>
                <a:lnTo>
                  <a:pt x="1897138" y="1588432"/>
                </a:lnTo>
                <a:lnTo>
                  <a:pt x="264744" y="1588432"/>
                </a:lnTo>
                <a:cubicBezTo>
                  <a:pt x="118530" y="1588432"/>
                  <a:pt x="0" y="1469902"/>
                  <a:pt x="0" y="1323688"/>
                </a:cubicBezTo>
                <a:lnTo>
                  <a:pt x="0" y="1323693"/>
                </a:lnTo>
                <a:lnTo>
                  <a:pt x="0" y="926585"/>
                </a:lnTo>
                <a:lnTo>
                  <a:pt x="0" y="926585"/>
                </a:lnTo>
                <a:lnTo>
                  <a:pt x="0" y="264744"/>
                </a:lnTo>
                <a:close/>
              </a:path>
            </a:pathLst>
          </a:custGeom>
          <a:solidFill>
            <a:schemeClr val="bg1">
              <a:lumMod val="85000"/>
              <a:alpha val="66000"/>
            </a:schemeClr>
          </a:solidFill>
          <a:ln cap="sq">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a:solidFill>
                <a:schemeClr val="accent3">
                  <a:lumMod val="75000"/>
                </a:schemeClr>
              </a:solidFill>
              <a:latin typeface="メイリオ" panose="020B0604030504040204" pitchFamily="50" charset="-128"/>
              <a:ea typeface="メイリオ" panose="020B0604030504040204" pitchFamily="50" charset="-128"/>
            </a:endParaRPr>
          </a:p>
        </p:txBody>
      </p:sp>
      <p:sp>
        <p:nvSpPr>
          <p:cNvPr id="10" name="吹き出し: 角を丸めた四角形 9">
            <a:extLst>
              <a:ext uri="{FF2B5EF4-FFF2-40B4-BE49-F238E27FC236}">
                <a16:creationId xmlns:a16="http://schemas.microsoft.com/office/drawing/2014/main" id="{71DE01A5-1F87-13D2-22A3-7244C2BF70CC}"/>
              </a:ext>
            </a:extLst>
          </p:cNvPr>
          <p:cNvSpPr/>
          <p:nvPr/>
        </p:nvSpPr>
        <p:spPr>
          <a:xfrm>
            <a:off x="8817685" y="2303713"/>
            <a:ext cx="3181318" cy="927004"/>
          </a:xfrm>
          <a:prstGeom prst="wedgeRoundRectCallout">
            <a:avLst>
              <a:gd name="adj1" fmla="val 22566"/>
              <a:gd name="adj2" fmla="val 147869"/>
              <a:gd name="adj3" fmla="val 16667"/>
            </a:avLst>
          </a:prstGeom>
          <a:solidFill>
            <a:schemeClr val="bg1">
              <a:lumMod val="85000"/>
              <a:alpha val="36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tx1"/>
                </a:solidFill>
                <a:latin typeface="メイリオ" panose="020B0604030504040204" pitchFamily="50" charset="-128"/>
                <a:ea typeface="メイリオ" panose="020B0604030504040204" pitchFamily="50" charset="-128"/>
              </a:rPr>
              <a:t>「プリエンプティブ方式」</a:t>
            </a:r>
            <a:endParaRPr lang="en-US" altLang="ja-JP" b="1">
              <a:solidFill>
                <a:schemeClr val="tx1"/>
              </a:solidFill>
              <a:latin typeface="メイリオ" panose="020B0604030504040204" pitchFamily="50" charset="-128"/>
              <a:ea typeface="メイリオ" panose="020B0604030504040204" pitchFamily="50" charset="-128"/>
            </a:endParaRPr>
          </a:p>
          <a:p>
            <a:pPr algn="ctr"/>
            <a:r>
              <a:rPr lang="ja-JP" altLang="en-US" b="1">
                <a:solidFill>
                  <a:schemeClr val="tx1"/>
                </a:solidFill>
                <a:latin typeface="メイリオ" panose="020B0604030504040204" pitchFamily="50" charset="-128"/>
                <a:ea typeface="メイリオ" panose="020B0604030504040204" pitchFamily="50" charset="-128"/>
              </a:rPr>
              <a:t>では全員参加</a:t>
            </a:r>
            <a:endParaRPr kumimoji="1" lang="ja-JP" altLang="en-US" b="1">
              <a:solidFill>
                <a:schemeClr val="tx1"/>
              </a:solidFill>
              <a:latin typeface="メイリオ" panose="020B0604030504040204" pitchFamily="50" charset="-128"/>
              <a:ea typeface="メイリオ" panose="020B0604030504040204" pitchFamily="50" charset="-128"/>
            </a:endParaRPr>
          </a:p>
        </p:txBody>
      </p:sp>
      <p:pic>
        <p:nvPicPr>
          <p:cNvPr id="17" name="図 16" descr="グラフ, 棒グラフ&#10;&#10;AI 生成コンテンツは誤りを含む可能性があります。">
            <a:extLst>
              <a:ext uri="{FF2B5EF4-FFF2-40B4-BE49-F238E27FC236}">
                <a16:creationId xmlns:a16="http://schemas.microsoft.com/office/drawing/2014/main" id="{E2B13883-ED91-D928-5EED-7399964919F5}"/>
              </a:ext>
            </a:extLst>
          </p:cNvPr>
          <p:cNvPicPr>
            <a:picLocks noChangeAspect="1"/>
          </p:cNvPicPr>
          <p:nvPr/>
        </p:nvPicPr>
        <p:blipFill>
          <a:blip r:embed="rId5"/>
          <a:stretch>
            <a:fillRect/>
          </a:stretch>
        </p:blipFill>
        <p:spPr>
          <a:xfrm>
            <a:off x="6855750" y="4110181"/>
            <a:ext cx="4375577" cy="2614441"/>
          </a:xfrm>
          <a:prstGeom prst="rect">
            <a:avLst/>
          </a:prstGeom>
        </p:spPr>
      </p:pic>
      <p:sp>
        <p:nvSpPr>
          <p:cNvPr id="18" name="テキスト ボックス 17">
            <a:extLst>
              <a:ext uri="{FF2B5EF4-FFF2-40B4-BE49-F238E27FC236}">
                <a16:creationId xmlns:a16="http://schemas.microsoft.com/office/drawing/2014/main" id="{7702A477-337E-122D-EA31-A55F7321F82D}"/>
              </a:ext>
            </a:extLst>
          </p:cNvPr>
          <p:cNvSpPr txBox="1"/>
          <p:nvPr/>
        </p:nvSpPr>
        <p:spPr>
          <a:xfrm>
            <a:off x="5043290" y="976351"/>
            <a:ext cx="2826327" cy="461665"/>
          </a:xfrm>
          <a:prstGeom prst="rect">
            <a:avLst/>
          </a:prstGeom>
          <a:noFill/>
        </p:spPr>
        <p:txBody>
          <a:bodyPr wrap="square" rtlCol="0">
            <a:spAutoFit/>
          </a:bodyPr>
          <a:lstStyle/>
          <a:p>
            <a:r>
              <a:rPr lang="en-US" altLang="ja-JP" sz="2400" b="1" u="sng"/>
              <a:t>FCFS</a:t>
            </a:r>
            <a:r>
              <a:rPr lang="ja-JP" altLang="en-US" sz="2400" b="1" u="sng"/>
              <a:t>方式</a:t>
            </a:r>
          </a:p>
        </p:txBody>
      </p:sp>
      <p:sp>
        <p:nvSpPr>
          <p:cNvPr id="19" name="テキスト ボックス 18">
            <a:extLst>
              <a:ext uri="{FF2B5EF4-FFF2-40B4-BE49-F238E27FC236}">
                <a16:creationId xmlns:a16="http://schemas.microsoft.com/office/drawing/2014/main" id="{1BEB860B-F834-39B9-E6F3-9386343FCB09}"/>
              </a:ext>
            </a:extLst>
          </p:cNvPr>
          <p:cNvSpPr txBox="1"/>
          <p:nvPr/>
        </p:nvSpPr>
        <p:spPr>
          <a:xfrm>
            <a:off x="1850355" y="3735070"/>
            <a:ext cx="2826327" cy="461665"/>
          </a:xfrm>
          <a:prstGeom prst="rect">
            <a:avLst/>
          </a:prstGeom>
          <a:noFill/>
        </p:spPr>
        <p:txBody>
          <a:bodyPr wrap="square" rtlCol="0">
            <a:spAutoFit/>
          </a:bodyPr>
          <a:lstStyle/>
          <a:p>
            <a:r>
              <a:rPr lang="ja-JP" altLang="en-US" sz="2400" b="1" u="sng"/>
              <a:t>所有者優先方式</a:t>
            </a:r>
          </a:p>
        </p:txBody>
      </p:sp>
      <p:sp>
        <p:nvSpPr>
          <p:cNvPr id="20" name="テキスト ボックス 19">
            <a:extLst>
              <a:ext uri="{FF2B5EF4-FFF2-40B4-BE49-F238E27FC236}">
                <a16:creationId xmlns:a16="http://schemas.microsoft.com/office/drawing/2014/main" id="{1C8F2513-FE7B-6F1D-7624-5E238E5DAF02}"/>
              </a:ext>
            </a:extLst>
          </p:cNvPr>
          <p:cNvSpPr txBox="1"/>
          <p:nvPr/>
        </p:nvSpPr>
        <p:spPr>
          <a:xfrm>
            <a:off x="7619909" y="3766358"/>
            <a:ext cx="3430189" cy="461665"/>
          </a:xfrm>
          <a:prstGeom prst="rect">
            <a:avLst/>
          </a:prstGeom>
          <a:noFill/>
        </p:spPr>
        <p:txBody>
          <a:bodyPr wrap="square" rtlCol="0">
            <a:spAutoFit/>
          </a:bodyPr>
          <a:lstStyle/>
          <a:p>
            <a:r>
              <a:rPr lang="ja-JP" altLang="en-US" sz="2400" b="1" u="sng"/>
              <a:t>プリエンプティブ方式</a:t>
            </a:r>
          </a:p>
        </p:txBody>
      </p:sp>
      <p:sp>
        <p:nvSpPr>
          <p:cNvPr id="22" name="テキスト ボックス 21">
            <a:extLst>
              <a:ext uri="{FF2B5EF4-FFF2-40B4-BE49-F238E27FC236}">
                <a16:creationId xmlns:a16="http://schemas.microsoft.com/office/drawing/2014/main" id="{D178DB7A-10DE-070F-1B0A-7AEB1F507EB2}"/>
              </a:ext>
            </a:extLst>
          </p:cNvPr>
          <p:cNvSpPr txBox="1"/>
          <p:nvPr/>
        </p:nvSpPr>
        <p:spPr>
          <a:xfrm>
            <a:off x="313560" y="1575448"/>
            <a:ext cx="3029527" cy="1304203"/>
          </a:xfrm>
          <a:prstGeom prst="rect">
            <a:avLst/>
          </a:prstGeom>
          <a:noFill/>
        </p:spPr>
        <p:txBody>
          <a:bodyPr wrap="square" rtlCol="0">
            <a:spAutoFit/>
          </a:bodyPr>
          <a:lstStyle/>
          <a:p>
            <a:pPr>
              <a:lnSpc>
                <a:spcPct val="150000"/>
              </a:lnSpc>
            </a:pPr>
            <a:r>
              <a:rPr lang="ja-JP" altLang="en-US" b="1">
                <a:latin typeface="メイリオ" panose="020B0604030504040204" pitchFamily="50" charset="-128"/>
                <a:ea typeface="メイリオ" panose="020B0604030504040204" pitchFamily="50" charset="-128"/>
              </a:rPr>
              <a:t>「</a:t>
            </a:r>
            <a:r>
              <a:rPr lang="en-US" altLang="ja-JP" b="1">
                <a:latin typeface="メイリオ" panose="020B0604030504040204" pitchFamily="50" charset="-128"/>
                <a:ea typeface="メイリオ" panose="020B0604030504040204" pitchFamily="50" charset="-128"/>
              </a:rPr>
              <a:t>FCFS</a:t>
            </a:r>
            <a:r>
              <a:rPr lang="ja-JP" altLang="en-US" b="1">
                <a:latin typeface="メイリオ" panose="020B0604030504040204" pitchFamily="50" charset="-128"/>
                <a:ea typeface="メイリオ" panose="020B0604030504040204" pitchFamily="50" charset="-128"/>
              </a:rPr>
              <a:t>」、「所有者優先」では中性能・高性能</a:t>
            </a:r>
            <a:endParaRPr lang="en-US" altLang="ja-JP" b="1">
              <a:latin typeface="メイリオ" panose="020B0604030504040204" pitchFamily="50" charset="-128"/>
              <a:ea typeface="メイリオ" panose="020B0604030504040204" pitchFamily="50" charset="-128"/>
            </a:endParaRPr>
          </a:p>
          <a:p>
            <a:pPr>
              <a:lnSpc>
                <a:spcPct val="150000"/>
              </a:lnSpc>
            </a:pPr>
            <a:r>
              <a:rPr lang="ja-JP" altLang="en-US" b="1">
                <a:latin typeface="メイリオ" panose="020B0604030504040204" pitchFamily="50" charset="-128"/>
                <a:ea typeface="メイリオ" panose="020B0604030504040204" pitchFamily="50" charset="-128"/>
              </a:rPr>
              <a:t>ユーザーは最終的に不参加</a:t>
            </a:r>
            <a:endParaRPr lang="en-US" altLang="ja-JP" b="1">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61E827CB-1620-9DD4-3D41-267FBD5B88B6}"/>
              </a:ext>
            </a:extLst>
          </p:cNvPr>
          <p:cNvSpPr txBox="1"/>
          <p:nvPr/>
        </p:nvSpPr>
        <p:spPr>
          <a:xfrm>
            <a:off x="6423707" y="2147961"/>
            <a:ext cx="1145309" cy="369332"/>
          </a:xfrm>
          <a:prstGeom prst="rect">
            <a:avLst/>
          </a:prstGeom>
          <a:solidFill>
            <a:srgbClr val="D62728"/>
          </a:solidFill>
          <a:ln>
            <a:solidFill>
              <a:srgbClr val="FF0000"/>
            </a:solidFill>
          </a:ln>
        </p:spPr>
        <p:txBody>
          <a:bodyPr wrap="square" rtlCol="0">
            <a:spAutoFit/>
          </a:bodyPr>
          <a:lstStyle/>
          <a:p>
            <a:r>
              <a:rPr kumimoji="1" lang="ja-JP" altLang="en-US" b="1">
                <a:solidFill>
                  <a:schemeClr val="bg1"/>
                </a:solidFill>
              </a:rPr>
              <a:t>高性能層</a:t>
            </a:r>
          </a:p>
        </p:txBody>
      </p:sp>
      <p:sp>
        <p:nvSpPr>
          <p:cNvPr id="24" name="テキスト ボックス 23">
            <a:extLst>
              <a:ext uri="{FF2B5EF4-FFF2-40B4-BE49-F238E27FC236}">
                <a16:creationId xmlns:a16="http://schemas.microsoft.com/office/drawing/2014/main" id="{25A504FA-13F6-CA23-8170-C9A20D3DA684}"/>
              </a:ext>
            </a:extLst>
          </p:cNvPr>
          <p:cNvSpPr txBox="1"/>
          <p:nvPr/>
        </p:nvSpPr>
        <p:spPr>
          <a:xfrm>
            <a:off x="6423707" y="2517293"/>
            <a:ext cx="1145309" cy="369332"/>
          </a:xfrm>
          <a:prstGeom prst="rect">
            <a:avLst/>
          </a:prstGeom>
          <a:solidFill>
            <a:srgbClr val="FE8D03"/>
          </a:solidFill>
          <a:ln>
            <a:solidFill>
              <a:srgbClr val="FE8D03"/>
            </a:solidFill>
          </a:ln>
        </p:spPr>
        <p:txBody>
          <a:bodyPr wrap="square" rtlCol="0">
            <a:spAutoFit/>
          </a:bodyPr>
          <a:lstStyle/>
          <a:p>
            <a:r>
              <a:rPr lang="ja-JP" altLang="en-US" b="1">
                <a:solidFill>
                  <a:schemeClr val="bg1"/>
                </a:solidFill>
              </a:rPr>
              <a:t>中</a:t>
            </a:r>
            <a:r>
              <a:rPr kumimoji="1" lang="ja-JP" altLang="en-US" b="1">
                <a:solidFill>
                  <a:schemeClr val="bg1"/>
                </a:solidFill>
              </a:rPr>
              <a:t>性能層</a:t>
            </a:r>
          </a:p>
        </p:txBody>
      </p:sp>
      <p:sp>
        <p:nvSpPr>
          <p:cNvPr id="25" name="テキスト ボックス 24">
            <a:extLst>
              <a:ext uri="{FF2B5EF4-FFF2-40B4-BE49-F238E27FC236}">
                <a16:creationId xmlns:a16="http://schemas.microsoft.com/office/drawing/2014/main" id="{96826CA5-0E0C-2930-10AC-50B3C9ED44E4}"/>
              </a:ext>
            </a:extLst>
          </p:cNvPr>
          <p:cNvSpPr txBox="1"/>
          <p:nvPr/>
        </p:nvSpPr>
        <p:spPr>
          <a:xfrm>
            <a:off x="6426075" y="2886625"/>
            <a:ext cx="1145309" cy="369332"/>
          </a:xfrm>
          <a:prstGeom prst="rect">
            <a:avLst/>
          </a:prstGeom>
          <a:solidFill>
            <a:srgbClr val="0D47A1"/>
          </a:solidFill>
          <a:ln>
            <a:solidFill>
              <a:srgbClr val="0D47A1"/>
            </a:solidFill>
          </a:ln>
        </p:spPr>
        <p:txBody>
          <a:bodyPr wrap="square" rtlCol="0">
            <a:spAutoFit/>
          </a:bodyPr>
          <a:lstStyle/>
          <a:p>
            <a:r>
              <a:rPr lang="ja-JP" altLang="en-US" b="1">
                <a:solidFill>
                  <a:schemeClr val="bg1"/>
                </a:solidFill>
              </a:rPr>
              <a:t>低</a:t>
            </a:r>
            <a:r>
              <a:rPr kumimoji="1" lang="ja-JP" altLang="en-US" b="1">
                <a:solidFill>
                  <a:schemeClr val="bg1"/>
                </a:solidFill>
              </a:rPr>
              <a:t>性能層</a:t>
            </a:r>
          </a:p>
        </p:txBody>
      </p:sp>
    </p:spTree>
    <p:extLst>
      <p:ext uri="{BB962C8B-B14F-4D97-AF65-F5344CB8AC3E}">
        <p14:creationId xmlns:p14="http://schemas.microsoft.com/office/powerpoint/2010/main" val="814091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D5098D-3B26-965B-C14D-E174173A898C}"/>
              </a:ext>
            </a:extLst>
          </p:cNvPr>
          <p:cNvSpPr>
            <a:spLocks noGrp="1"/>
          </p:cNvSpPr>
          <p:nvPr>
            <p:ph type="title"/>
          </p:nvPr>
        </p:nvSpPr>
        <p:spPr/>
        <p:txBody>
          <a:bodyPr/>
          <a:lstStyle/>
          <a:p>
            <a:r>
              <a:rPr kumimoji="1" lang="ja-JP" altLang="en-US" b="1"/>
              <a:t>負荷率にともなう各シナリオ最終参加者数</a:t>
            </a:r>
          </a:p>
        </p:txBody>
      </p:sp>
      <p:pic>
        <p:nvPicPr>
          <p:cNvPr id="6" name="コンテンツ プレースホルダー 5" descr="グラフ, 折れ線グラフ&#10;&#10;AI 生成コンテンツは誤りを含む可能性があります。">
            <a:extLst>
              <a:ext uri="{FF2B5EF4-FFF2-40B4-BE49-F238E27FC236}">
                <a16:creationId xmlns:a16="http://schemas.microsoft.com/office/drawing/2014/main" id="{6A2D2695-A71D-75A7-39A5-7820ADA841C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20111" y="1252538"/>
            <a:ext cx="8951778" cy="5327650"/>
          </a:xfrm>
        </p:spPr>
      </p:pic>
      <p:sp>
        <p:nvSpPr>
          <p:cNvPr id="4" name="スライド番号プレースホルダー 3">
            <a:extLst>
              <a:ext uri="{FF2B5EF4-FFF2-40B4-BE49-F238E27FC236}">
                <a16:creationId xmlns:a16="http://schemas.microsoft.com/office/drawing/2014/main" id="{FF65DBDE-5313-5623-E437-038C04898F59}"/>
              </a:ext>
            </a:extLst>
          </p:cNvPr>
          <p:cNvSpPr>
            <a:spLocks noGrp="1"/>
          </p:cNvSpPr>
          <p:nvPr>
            <p:ph type="sldNum" sz="quarter" idx="12"/>
          </p:nvPr>
        </p:nvSpPr>
        <p:spPr/>
        <p:txBody>
          <a:bodyPr/>
          <a:lstStyle/>
          <a:p>
            <a:fld id="{8D1BC46D-89B1-41A3-BBA1-F56BEABD0A90}" type="slidenum">
              <a:rPr lang="ja-JP" altLang="en-US" smtClean="0"/>
              <a:pPr/>
              <a:t>13</a:t>
            </a:fld>
            <a:endParaRPr lang="ja-JP" altLang="en-US"/>
          </a:p>
        </p:txBody>
      </p:sp>
      <p:sp>
        <p:nvSpPr>
          <p:cNvPr id="7" name="吹き出し: 角を丸めた四角形 6">
            <a:extLst>
              <a:ext uri="{FF2B5EF4-FFF2-40B4-BE49-F238E27FC236}">
                <a16:creationId xmlns:a16="http://schemas.microsoft.com/office/drawing/2014/main" id="{6CB2187F-23D1-A9A5-0590-46AB86D88CA7}"/>
              </a:ext>
            </a:extLst>
          </p:cNvPr>
          <p:cNvSpPr/>
          <p:nvPr/>
        </p:nvSpPr>
        <p:spPr>
          <a:xfrm>
            <a:off x="272143" y="1807029"/>
            <a:ext cx="3864428" cy="1426028"/>
          </a:xfrm>
          <a:prstGeom prst="wedgeRoundRectCallout">
            <a:avLst>
              <a:gd name="adj1" fmla="val 91561"/>
              <a:gd name="adj2" fmla="val -64218"/>
              <a:gd name="adj3" fmla="val 16667"/>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a:solidFill>
                  <a:schemeClr val="tx1"/>
                </a:solidFill>
              </a:rPr>
              <a:t>全負荷率において高い</a:t>
            </a:r>
            <a:endParaRPr kumimoji="1" lang="en-US" altLang="ja-JP" sz="2400" b="1">
              <a:solidFill>
                <a:schemeClr val="tx1"/>
              </a:solidFill>
            </a:endParaRPr>
          </a:p>
          <a:p>
            <a:pPr algn="ctr"/>
            <a:r>
              <a:rPr kumimoji="1" lang="ja-JP" altLang="en-US" sz="2400" b="1">
                <a:solidFill>
                  <a:schemeClr val="tx1"/>
                </a:solidFill>
              </a:rPr>
              <a:t>参加者数を維持している</a:t>
            </a:r>
          </a:p>
        </p:txBody>
      </p:sp>
    </p:spTree>
    <p:extLst>
      <p:ext uri="{BB962C8B-B14F-4D97-AF65-F5344CB8AC3E}">
        <p14:creationId xmlns:p14="http://schemas.microsoft.com/office/powerpoint/2010/main" val="2498403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FC2CDA-0986-B2B7-C320-6B8DE47B33BA}"/>
              </a:ext>
            </a:extLst>
          </p:cNvPr>
          <p:cNvSpPr>
            <a:spLocks noGrp="1"/>
          </p:cNvSpPr>
          <p:nvPr>
            <p:ph type="title"/>
          </p:nvPr>
        </p:nvSpPr>
        <p:spPr/>
        <p:txBody>
          <a:bodyPr/>
          <a:lstStyle/>
          <a:p>
            <a:r>
              <a:rPr kumimoji="1" lang="ja-JP" altLang="en-US"/>
              <a:t>まとめと今後の</a:t>
            </a:r>
            <a:r>
              <a:rPr lang="ja-JP" altLang="en-US"/>
              <a:t>展望</a:t>
            </a:r>
            <a:endParaRPr kumimoji="1" lang="ja-JP" altLang="en-US"/>
          </a:p>
        </p:txBody>
      </p:sp>
      <p:sp>
        <p:nvSpPr>
          <p:cNvPr id="3" name="コンテンツ プレースホルダー 2">
            <a:extLst>
              <a:ext uri="{FF2B5EF4-FFF2-40B4-BE49-F238E27FC236}">
                <a16:creationId xmlns:a16="http://schemas.microsoft.com/office/drawing/2014/main" id="{C25B94AA-472C-E1A1-1C84-B63E0A8F320E}"/>
              </a:ext>
            </a:extLst>
          </p:cNvPr>
          <p:cNvSpPr>
            <a:spLocks noGrp="1"/>
          </p:cNvSpPr>
          <p:nvPr>
            <p:ph idx="1"/>
          </p:nvPr>
        </p:nvSpPr>
        <p:spPr/>
        <p:txBody>
          <a:bodyPr>
            <a:normAutofit fontScale="70000" lnSpcReduction="20000"/>
          </a:bodyPr>
          <a:lstStyle/>
          <a:p>
            <a:pPr marL="0" indent="0">
              <a:lnSpc>
                <a:spcPct val="150000"/>
              </a:lnSpc>
              <a:buNone/>
            </a:pPr>
            <a:r>
              <a:rPr kumimoji="1" lang="ja-JP" altLang="en-US" sz="4000" b="1">
                <a:solidFill>
                  <a:schemeClr val="accent3">
                    <a:lumMod val="75000"/>
                  </a:schemeClr>
                </a:solidFill>
              </a:rPr>
              <a:t>研究の成果</a:t>
            </a:r>
            <a:endParaRPr kumimoji="1" lang="en-US" altLang="ja-JP" sz="4000" b="1">
              <a:solidFill>
                <a:schemeClr val="accent3">
                  <a:lumMod val="75000"/>
                </a:schemeClr>
              </a:solidFill>
            </a:endParaRPr>
          </a:p>
          <a:p>
            <a:pPr>
              <a:lnSpc>
                <a:spcPct val="150000"/>
              </a:lnSpc>
            </a:pPr>
            <a:r>
              <a:rPr lang="en-US" altLang="ja-JP"/>
              <a:t>ACP</a:t>
            </a:r>
            <a:r>
              <a:rPr lang="ja-JP" altLang="en-US"/>
              <a:t>を導入することで、全体のターンアラウンドタイムは</a:t>
            </a:r>
            <a:r>
              <a:rPr lang="ja-JP" altLang="en-US" b="1"/>
              <a:t>大幅に減少</a:t>
            </a:r>
            <a:endParaRPr lang="en-US" altLang="ja-JP" b="1"/>
          </a:p>
          <a:p>
            <a:pPr>
              <a:lnSpc>
                <a:spcPct val="150000"/>
              </a:lnSpc>
            </a:pPr>
            <a:r>
              <a:rPr lang="ja-JP" altLang="en-US"/>
              <a:t>高性能ユーザは、プリエンプティブ方式のみ自</a:t>
            </a:r>
            <a:r>
              <a:rPr lang="en-US" altLang="ja-JP"/>
              <a:t>GPU</a:t>
            </a:r>
            <a:r>
              <a:rPr lang="ja-JP" altLang="en-US"/>
              <a:t>の優先権を保ちつつ、他</a:t>
            </a:r>
            <a:r>
              <a:rPr lang="en-US" altLang="ja-JP"/>
              <a:t>GPU</a:t>
            </a:r>
            <a:r>
              <a:rPr lang="ja-JP" altLang="en-US"/>
              <a:t>も利用することで</a:t>
            </a:r>
            <a:r>
              <a:rPr lang="en-US" altLang="ja-JP"/>
              <a:t>TAT</a:t>
            </a:r>
            <a:r>
              <a:rPr lang="ja-JP" altLang="en-US"/>
              <a:t>が減少</a:t>
            </a:r>
            <a:endParaRPr lang="en-US" altLang="ja-JP"/>
          </a:p>
          <a:p>
            <a:pPr>
              <a:lnSpc>
                <a:spcPct val="150000"/>
              </a:lnSpc>
            </a:pPr>
            <a:r>
              <a:rPr lang="ja-JP" altLang="en-US"/>
              <a:t>プリエンプティブ方式という</a:t>
            </a:r>
            <a:r>
              <a:rPr lang="ja-JP" altLang="en-US" b="1"/>
              <a:t>技術的なアプローチのみ</a:t>
            </a:r>
            <a:r>
              <a:rPr lang="ja-JP" altLang="en-US"/>
              <a:t>によって，タスクの処理効率が上がり、ユーザの参加インセンティブにつながった</a:t>
            </a:r>
            <a:endParaRPr lang="en-US" altLang="ja-JP" b="1">
              <a:solidFill>
                <a:schemeClr val="accent3">
                  <a:lumMod val="75000"/>
                </a:schemeClr>
              </a:solidFill>
            </a:endParaRPr>
          </a:p>
          <a:p>
            <a:pPr marL="0" indent="0">
              <a:lnSpc>
                <a:spcPct val="150000"/>
              </a:lnSpc>
              <a:buNone/>
            </a:pPr>
            <a:r>
              <a:rPr lang="ja-JP" altLang="en-US" sz="4000" b="1">
                <a:solidFill>
                  <a:schemeClr val="accent3">
                    <a:lumMod val="75000"/>
                  </a:schemeClr>
                </a:solidFill>
              </a:rPr>
              <a:t>今後の展望</a:t>
            </a:r>
            <a:endParaRPr lang="en-US" altLang="ja-JP" sz="4000" b="1">
              <a:solidFill>
                <a:schemeClr val="accent3">
                  <a:lumMod val="75000"/>
                </a:schemeClr>
              </a:solidFill>
            </a:endParaRPr>
          </a:p>
          <a:p>
            <a:pPr>
              <a:lnSpc>
                <a:spcPct val="150000"/>
              </a:lnSpc>
            </a:pPr>
            <a:r>
              <a:rPr lang="ja-JP" altLang="en-US"/>
              <a:t>タスクの与え方や複数台</a:t>
            </a:r>
            <a:r>
              <a:rPr lang="en-US" altLang="ja-JP"/>
              <a:t>GPU</a:t>
            </a:r>
            <a:r>
              <a:rPr lang="ja-JP" altLang="en-US"/>
              <a:t>などのより研究室の環境を再現して</a:t>
            </a:r>
            <a:r>
              <a:rPr lang="ja-JP" altLang="en-US" b="1"/>
              <a:t>現実的なモデルの構築</a:t>
            </a:r>
            <a:endParaRPr lang="en-US" altLang="ja-JP" b="1"/>
          </a:p>
          <a:p>
            <a:pPr>
              <a:lnSpc>
                <a:spcPct val="150000"/>
              </a:lnSpc>
            </a:pPr>
            <a:r>
              <a:rPr lang="ja-JP" altLang="en-US"/>
              <a:t>タスク集中による電力コストやフリーライダー問題を考慮に入れ、ポイント制などの</a:t>
            </a:r>
            <a:endParaRPr lang="en-US" altLang="ja-JP"/>
          </a:p>
          <a:p>
            <a:pPr marL="0" indent="0">
              <a:lnSpc>
                <a:spcPct val="150000"/>
              </a:lnSpc>
              <a:buNone/>
            </a:pPr>
            <a:r>
              <a:rPr lang="ja-JP" altLang="en-US" b="1"/>
              <a:t>　経済的なインセンティブの導入</a:t>
            </a:r>
            <a:endParaRPr lang="en-US" altLang="ja-JP" b="1"/>
          </a:p>
          <a:p>
            <a:endParaRPr kumimoji="1" lang="ja-JP" altLang="en-US"/>
          </a:p>
        </p:txBody>
      </p:sp>
      <p:sp>
        <p:nvSpPr>
          <p:cNvPr id="4" name="スライド番号プレースホルダー 3">
            <a:extLst>
              <a:ext uri="{FF2B5EF4-FFF2-40B4-BE49-F238E27FC236}">
                <a16:creationId xmlns:a16="http://schemas.microsoft.com/office/drawing/2014/main" id="{D4E70AE2-5A54-1804-45EC-B0458865945C}"/>
              </a:ext>
            </a:extLst>
          </p:cNvPr>
          <p:cNvSpPr>
            <a:spLocks noGrp="1"/>
          </p:cNvSpPr>
          <p:nvPr>
            <p:ph type="sldNum" sz="quarter" idx="12"/>
          </p:nvPr>
        </p:nvSpPr>
        <p:spPr/>
        <p:txBody>
          <a:bodyPr/>
          <a:lstStyle/>
          <a:p>
            <a:fld id="{8D1BC46D-89B1-41A3-BBA1-F56BEABD0A90}" type="slidenum">
              <a:rPr lang="ja-JP" altLang="en-US" smtClean="0"/>
              <a:pPr/>
              <a:t>14</a:t>
            </a:fld>
            <a:endParaRPr lang="ja-JP" altLang="en-US"/>
          </a:p>
        </p:txBody>
      </p:sp>
    </p:spTree>
    <p:extLst>
      <p:ext uri="{BB962C8B-B14F-4D97-AF65-F5344CB8AC3E}">
        <p14:creationId xmlns:p14="http://schemas.microsoft.com/office/powerpoint/2010/main" val="1108715131"/>
      </p:ext>
    </p:extLst>
  </p:cSld>
  <p:clrMapOvr>
    <a:masterClrMapping/>
  </p:clrMapOvr>
</p:sld>
</file>

<file path=ppt/theme/theme1.xml><?xml version="1.0" encoding="utf-8"?>
<a:theme xmlns:a="http://schemas.openxmlformats.org/drawingml/2006/main" name="Office テーマ">
  <a:themeElements>
    <a:clrScheme name="インディゴブルー基調のクール系テー">
      <a:dk1>
        <a:srgbClr val="212121"/>
      </a:dk1>
      <a:lt1>
        <a:srgbClr val="FFFFFF"/>
      </a:lt1>
      <a:dk2>
        <a:srgbClr val="607D8B"/>
      </a:dk2>
      <a:lt2>
        <a:srgbClr val="ECEFF1"/>
      </a:lt2>
      <a:accent1>
        <a:srgbClr val="3F51B5"/>
      </a:accent1>
      <a:accent2>
        <a:srgbClr val="303F9F"/>
      </a:accent2>
      <a:accent3>
        <a:srgbClr val="5C6BC0"/>
      </a:accent3>
      <a:accent4>
        <a:srgbClr val="009688"/>
      </a:accent4>
      <a:accent5>
        <a:srgbClr val="4FC3F7"/>
      </a:accent5>
      <a:accent6>
        <a:srgbClr val="455A64"/>
      </a:accent6>
      <a:hlink>
        <a:srgbClr val="0000EE"/>
      </a:hlink>
      <a:folHlink>
        <a:srgbClr val="96607D"/>
      </a:folHlink>
    </a:clrScheme>
    <a:fontScheme name="ユーザー定義 1">
      <a:majorFont>
        <a:latin typeface="Noto Sans JP"/>
        <a:ea typeface="Noto Sans JP"/>
        <a:cs typeface=""/>
      </a:majorFont>
      <a:minorFont>
        <a:latin typeface="游ゴシック"/>
        <a:ea typeface="游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65AFA794-E6FD-4BC8-8CFF-2ACA4EEC3323}" vid="{716FEA5D-2661-4998-9B5F-A308CE9A8E7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034c360-b5dc-49e4-921e-4ae488fbe071" xsi:nil="true"/>
    <_x5099__x8003_ xmlns="b903afa0-f4f8-44ee-9336-5e6f46981d16" xsi:nil="true"/>
    <UploadedBy xmlns="b903afa0-f4f8-44ee-9336-5e6f46981d16">
      <UserInfo>
        <DisplayName/>
        <AccountId xsi:nil="true"/>
        <AccountType/>
      </UserInfo>
    </UploadedBy>
    <lcf76f155ced4ddcb4097134ff3c332f xmlns="b903afa0-f4f8-44ee-9336-5e6f46981d16">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12C95878E7AC6744ABA06CC0F4B39D73" ma:contentTypeVersion="21" ma:contentTypeDescription="新しいドキュメントを作成します。" ma:contentTypeScope="" ma:versionID="4464fdfdaf7015c726917969e1aaf2b7">
  <xsd:schema xmlns:xsd="http://www.w3.org/2001/XMLSchema" xmlns:xs="http://www.w3.org/2001/XMLSchema" xmlns:p="http://schemas.microsoft.com/office/2006/metadata/properties" xmlns:ns2="b903afa0-f4f8-44ee-9336-5e6f46981d16" xmlns:ns3="b034c360-b5dc-49e4-921e-4ae488fbe071" targetNamespace="http://schemas.microsoft.com/office/2006/metadata/properties" ma:root="true" ma:fieldsID="8e2ab57beba6a84e91ff12a2ec8c660c" ns2:_="" ns3:_="">
    <xsd:import namespace="b903afa0-f4f8-44ee-9336-5e6f46981d16"/>
    <xsd:import namespace="b034c360-b5dc-49e4-921e-4ae488fbe071"/>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UploadedBy" minOccurs="0"/>
                <xsd:element ref="ns2:MediaServiceObjectDetectorVersions" minOccurs="0"/>
                <xsd:element ref="ns2:MediaServiceSearchProperties" minOccurs="0"/>
                <xsd:element ref="ns2:_x5099__x8003_"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903afa0-f4f8-44ee-9336-5e6f46981d1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画像タグ" ma:readOnly="false" ma:fieldId="{5cf76f15-5ced-4ddc-b409-7134ff3c332f}" ma:taxonomyMulti="true" ma:sspId="39f9f978-9d4d-4624-9aa1-cca461804d0c"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DateTaken" ma:index="20" nillable="true" ma:displayName="MediaServiceDateTaken" ma:hidden="true" ma:internalName="MediaServiceDateTaken"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UploadedBy" ma:index="23" nillable="true" ma:displayName="Uploaded By" ma:format="Dropdown" ma:list="UserInfo" ma:SharePointGroup="0" ma:internalName="UploadedBy">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_x5099__x8003_" ma:index="26" nillable="true" ma:displayName="備考" ma:format="Dropdown" ma:internalName="_x5099__x8003_">
      <xsd:simpleType>
        <xsd:restriction base="dms:Note">
          <xsd:maxLength value="255"/>
        </xsd:restrictio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034c360-b5dc-49e4-921e-4ae488fbe071"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91f61c2b-9988-4ce4-ba06-ab6354e3a9be}" ma:internalName="TaxCatchAll" ma:showField="CatchAllData" ma:web="b034c360-b5dc-49e4-921e-4ae488fbe071">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828904-8F7D-4B81-9CCE-432514A83640}">
  <ds:schemaRefs>
    <ds:schemaRef ds:uri="13c3e6d6-2f17-42f4-9391-040ce6806117"/>
    <ds:schemaRef ds:uri="b034c360-b5dc-49e4-921e-4ae488fbe071"/>
    <ds:schemaRef ds:uri="b903afa0-f4f8-44ee-9336-5e6f46981d1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EAF8C15-15C8-4B84-B30D-B36ABFD6BBEC}">
  <ds:schemaRefs>
    <ds:schemaRef ds:uri="http://schemas.microsoft.com/sharepoint/v3/contenttype/forms"/>
  </ds:schemaRefs>
</ds:datastoreItem>
</file>

<file path=customXml/itemProps3.xml><?xml version="1.0" encoding="utf-8"?>
<ds:datastoreItem xmlns:ds="http://schemas.openxmlformats.org/officeDocument/2006/customXml" ds:itemID="{06B9729E-66AA-48AA-91EF-FA5F60CB2B26}">
  <ds:schemaRefs>
    <ds:schemaRef ds:uri="b034c360-b5dc-49e4-921e-4ae488fbe071"/>
    <ds:schemaRef ds:uri="b903afa0-f4f8-44ee-9336-5e6f46981d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template</Template>
  <TotalTime>0</TotalTime>
  <Words>2843</Words>
  <Application>Microsoft Office PowerPoint</Application>
  <PresentationFormat>ワイド画面</PresentationFormat>
  <Paragraphs>179</Paragraphs>
  <Slides>14</Slides>
  <Notes>14</Notes>
  <HiddenSlides>1</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14</vt:i4>
      </vt:variant>
    </vt:vector>
  </HeadingPairs>
  <TitlesOfParts>
    <vt:vector size="20" baseType="lpstr">
      <vt:lpstr>Noto Sans JP</vt:lpstr>
      <vt:lpstr>メイリオ</vt:lpstr>
      <vt:lpstr>游ゴシック</vt:lpstr>
      <vt:lpstr>Arial</vt:lpstr>
      <vt:lpstr>Edwardian Script ITC</vt:lpstr>
      <vt:lpstr>Office テーマ</vt:lpstr>
      <vt:lpstr>所有者優先権を保証する学内GPU共有基盤の提案とユーザ参加行動の評価</vt:lpstr>
      <vt:lpstr>背景</vt:lpstr>
      <vt:lpstr>“Air Computing Pool”とは</vt:lpstr>
      <vt:lpstr>研究目的</vt:lpstr>
      <vt:lpstr>課題</vt:lpstr>
      <vt:lpstr>提案基盤</vt:lpstr>
      <vt:lpstr>割り込み機能がタスクの完了時間に与える影響</vt:lpstr>
      <vt:lpstr>シミュレーション環境</vt:lpstr>
      <vt:lpstr>シミュレーション結果：シナリオ別全体平均TAT</vt:lpstr>
      <vt:lpstr>シナリオ別高性能平均TAT</vt:lpstr>
      <vt:lpstr>性能別ユーザー行動によるACP参加評価</vt:lpstr>
      <vt:lpstr>シミュレーション結果 : 参加者数推移</vt:lpstr>
      <vt:lpstr>負荷率にともなう各シナリオ最終参加者数</vt:lpstr>
      <vt:lpstr>まとめと今後の展望</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翔琉 櫻井</dc:creator>
  <cp:lastModifiedBy>翔琉 櫻井</cp:lastModifiedBy>
  <cp:revision>1</cp:revision>
  <dcterms:created xsi:type="dcterms:W3CDTF">2026-01-19T19:15:30Z</dcterms:created>
  <dcterms:modified xsi:type="dcterms:W3CDTF">2026-02-25T06:27:23Z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0x01010012C95878E7AC6744ABA06CC0F4B39D73</vt:lpwstr>
  </property>
</Properties>
</file>