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8" r:id="rId5"/>
    <p:sldId id="257" r:id="rId6"/>
    <p:sldId id="259" r:id="rId7"/>
    <p:sldId id="260" r:id="rId8"/>
    <p:sldId id="261" r:id="rId9"/>
    <p:sldId id="262" r:id="rId10"/>
    <p:sldId id="265" r:id="rId11"/>
    <p:sldId id="264" r:id="rId12"/>
    <p:sldId id="266" r:id="rId13"/>
    <p:sldId id="263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0B67A8-517E-4E9D-9737-5E2DCCA11E90}" v="7" dt="2026-01-19T21:13:38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95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翔琉 櫻井" userId="9696856e3d08c427" providerId="LiveId" clId="{BD309D27-4A6C-4473-87BA-473DBBF66F9B}"/>
    <pc:docChg chg="undo custSel addSld modSld sldOrd">
      <pc:chgData name="翔琉 櫻井" userId="9696856e3d08c427" providerId="LiveId" clId="{BD309D27-4A6C-4473-87BA-473DBBF66F9B}" dt="2026-01-19T21:17:45.507" v="266" actId="20577"/>
      <pc:docMkLst>
        <pc:docMk/>
      </pc:docMkLst>
      <pc:sldChg chg="delSp modSp mod">
        <pc:chgData name="翔琉 櫻井" userId="9696856e3d08c427" providerId="LiveId" clId="{BD309D27-4A6C-4473-87BA-473DBBF66F9B}" dt="2026-01-19T21:03:35.149" v="213" actId="1076"/>
        <pc:sldMkLst>
          <pc:docMk/>
          <pc:sldMk cId="2634224573" sldId="260"/>
        </pc:sldMkLst>
        <pc:spChg chg="del">
          <ac:chgData name="翔琉 櫻井" userId="9696856e3d08c427" providerId="LiveId" clId="{BD309D27-4A6C-4473-87BA-473DBBF66F9B}" dt="2026-01-19T19:36:49.792" v="1" actId="478"/>
          <ac:spMkLst>
            <pc:docMk/>
            <pc:sldMk cId="2634224573" sldId="260"/>
            <ac:spMk id="38" creationId="{2323660B-C3FF-DBCF-9C8C-8EC04DE7D714}"/>
          </ac:spMkLst>
        </pc:spChg>
        <pc:spChg chg="del">
          <ac:chgData name="翔琉 櫻井" userId="9696856e3d08c427" providerId="LiveId" clId="{BD309D27-4A6C-4473-87BA-473DBBF66F9B}" dt="2026-01-19T19:36:47.807" v="0" actId="478"/>
          <ac:spMkLst>
            <pc:docMk/>
            <pc:sldMk cId="2634224573" sldId="260"/>
            <ac:spMk id="40" creationId="{1D0508A6-5A08-327D-D3F6-789B0A6AEAF2}"/>
          </ac:spMkLst>
        </pc:spChg>
        <pc:spChg chg="mod">
          <ac:chgData name="翔琉 櫻井" userId="9696856e3d08c427" providerId="LiveId" clId="{BD309D27-4A6C-4473-87BA-473DBBF66F9B}" dt="2026-01-19T21:03:35.149" v="213" actId="1076"/>
          <ac:spMkLst>
            <pc:docMk/>
            <pc:sldMk cId="2634224573" sldId="260"/>
            <ac:spMk id="42" creationId="{94A8698C-1A40-2AA7-68F5-7525FD1852D4}"/>
          </ac:spMkLst>
        </pc:spChg>
      </pc:sldChg>
      <pc:sldChg chg="addSp delSp modSp mod">
        <pc:chgData name="翔琉 櫻井" userId="9696856e3d08c427" providerId="LiveId" clId="{BD309D27-4A6C-4473-87BA-473DBBF66F9B}" dt="2026-01-19T19:38:32.109" v="8" actId="478"/>
        <pc:sldMkLst>
          <pc:docMk/>
          <pc:sldMk cId="1912879306" sldId="261"/>
        </pc:sldMkLst>
        <pc:spChg chg="mod">
          <ac:chgData name="翔琉 櫻井" userId="9696856e3d08c427" providerId="LiveId" clId="{BD309D27-4A6C-4473-87BA-473DBBF66F9B}" dt="2026-01-19T19:38:21.901" v="6" actId="207"/>
          <ac:spMkLst>
            <pc:docMk/>
            <pc:sldMk cId="1912879306" sldId="261"/>
            <ac:spMk id="63" creationId="{E4DB6871-A1AF-4AD2-68B8-EA48012E1F19}"/>
          </ac:spMkLst>
        </pc:spChg>
        <pc:spChg chg="add del">
          <ac:chgData name="翔琉 櫻井" userId="9696856e3d08c427" providerId="LiveId" clId="{BD309D27-4A6C-4473-87BA-473DBBF66F9B}" dt="2026-01-19T19:38:32.109" v="8" actId="478"/>
          <ac:spMkLst>
            <pc:docMk/>
            <pc:sldMk cId="1912879306" sldId="261"/>
            <ac:spMk id="110" creationId="{97A0063E-839B-8CA3-1ABA-E743637B3E5D}"/>
          </ac:spMkLst>
        </pc:spChg>
      </pc:sldChg>
      <pc:sldChg chg="modSp mod">
        <pc:chgData name="翔琉 櫻井" userId="9696856e3d08c427" providerId="LiveId" clId="{BD309D27-4A6C-4473-87BA-473DBBF66F9B}" dt="2026-01-19T21:00:58.141" v="212" actId="14100"/>
        <pc:sldMkLst>
          <pc:docMk/>
          <pc:sldMk cId="1416790845" sldId="262"/>
        </pc:sldMkLst>
        <pc:spChg chg="mod">
          <ac:chgData name="翔琉 櫻井" userId="9696856e3d08c427" providerId="LiveId" clId="{BD309D27-4A6C-4473-87BA-473DBBF66F9B}" dt="2026-01-19T21:00:48.326" v="210" actId="20577"/>
          <ac:spMkLst>
            <pc:docMk/>
            <pc:sldMk cId="1416790845" sldId="262"/>
            <ac:spMk id="5" creationId="{CC2B7B21-3B66-E807-85F4-EC62EAD85EDA}"/>
          </ac:spMkLst>
        </pc:spChg>
        <pc:spChg chg="mod">
          <ac:chgData name="翔琉 櫻井" userId="9696856e3d08c427" providerId="LiveId" clId="{BD309D27-4A6C-4473-87BA-473DBBF66F9B}" dt="2026-01-19T21:00:58.141" v="212" actId="14100"/>
          <ac:spMkLst>
            <pc:docMk/>
            <pc:sldMk cId="1416790845" sldId="262"/>
            <ac:spMk id="6" creationId="{A9CDFBD1-186D-F566-03B2-C93A3FAC1712}"/>
          </ac:spMkLst>
        </pc:spChg>
      </pc:sldChg>
      <pc:sldChg chg="addSp delSp modSp new mod modClrScheme chgLayout">
        <pc:chgData name="翔琉 櫻井" userId="9696856e3d08c427" providerId="LiveId" clId="{BD309D27-4A6C-4473-87BA-473DBBF66F9B}" dt="2026-01-19T21:14:11.769" v="245" actId="26606"/>
        <pc:sldMkLst>
          <pc:docMk/>
          <pc:sldMk cId="2369393797" sldId="264"/>
        </pc:sldMkLst>
        <pc:spChg chg="mod">
          <ac:chgData name="翔琉 櫻井" userId="9696856e3d08c427" providerId="LiveId" clId="{BD309D27-4A6C-4473-87BA-473DBBF66F9B}" dt="2026-01-19T21:14:11.769" v="245" actId="26606"/>
          <ac:spMkLst>
            <pc:docMk/>
            <pc:sldMk cId="2369393797" sldId="264"/>
            <ac:spMk id="2" creationId="{180D6731-8F52-8303-E837-6C30E2DAF3F1}"/>
          </ac:spMkLst>
        </pc:spChg>
        <pc:spChg chg="del mod">
          <ac:chgData name="翔琉 櫻井" userId="9696856e3d08c427" providerId="LiveId" clId="{BD309D27-4A6C-4473-87BA-473DBBF66F9B}" dt="2026-01-19T20:40:02.093" v="69" actId="22"/>
          <ac:spMkLst>
            <pc:docMk/>
            <pc:sldMk cId="2369393797" sldId="264"/>
            <ac:spMk id="3" creationId="{B91221D6-1888-3BD3-0C60-DAAB3F599524}"/>
          </ac:spMkLst>
        </pc:spChg>
        <pc:spChg chg="mod ord">
          <ac:chgData name="翔琉 櫻井" userId="9696856e3d08c427" providerId="LiveId" clId="{BD309D27-4A6C-4473-87BA-473DBBF66F9B}" dt="2026-01-19T21:14:11.769" v="245" actId="26606"/>
          <ac:spMkLst>
            <pc:docMk/>
            <pc:sldMk cId="2369393797" sldId="264"/>
            <ac:spMk id="4" creationId="{53A8B102-914F-34F8-C02C-2BFD153011B6}"/>
          </ac:spMkLst>
        </pc:spChg>
        <pc:spChg chg="add del mod">
          <ac:chgData name="翔琉 櫻井" userId="9696856e3d08c427" providerId="LiveId" clId="{BD309D27-4A6C-4473-87BA-473DBBF66F9B}" dt="2026-01-19T20:49:02.950" v="137" actId="21"/>
          <ac:spMkLst>
            <pc:docMk/>
            <pc:sldMk cId="2369393797" sldId="264"/>
            <ac:spMk id="9" creationId="{E221A8E1-EA11-1126-3023-712944A98EF5}"/>
          </ac:spMkLst>
        </pc:spChg>
        <pc:spChg chg="add del mod">
          <ac:chgData name="翔琉 櫻井" userId="9696856e3d08c427" providerId="LiveId" clId="{BD309D27-4A6C-4473-87BA-473DBBF66F9B}" dt="2026-01-19T21:14:00.439" v="239" actId="478"/>
          <ac:spMkLst>
            <pc:docMk/>
            <pc:sldMk cId="2369393797" sldId="264"/>
            <ac:spMk id="11" creationId="{CD4139A9-5511-CDC9-8D72-B8590820BC1A}"/>
          </ac:spMkLst>
        </pc:spChg>
        <pc:picChg chg="add del mod">
          <ac:chgData name="翔琉 櫻井" userId="9696856e3d08c427" providerId="LiveId" clId="{BD309D27-4A6C-4473-87BA-473DBBF66F9B}" dt="2026-01-19T21:10:24.086" v="221" actId="21"/>
          <ac:picMkLst>
            <pc:docMk/>
            <pc:sldMk cId="2369393797" sldId="264"/>
            <ac:picMk id="6" creationId="{04691579-E29F-3821-2738-5BBBB22581F6}"/>
          </ac:picMkLst>
        </pc:picChg>
        <pc:picChg chg="add del mod ord modCrop">
          <ac:chgData name="翔琉 櫻井" userId="9696856e3d08c427" providerId="LiveId" clId="{BD309D27-4A6C-4473-87BA-473DBBF66F9B}" dt="2026-01-19T21:13:37.156" v="232" actId="478"/>
          <ac:picMkLst>
            <pc:docMk/>
            <pc:sldMk cId="2369393797" sldId="264"/>
            <ac:picMk id="8" creationId="{FC0177EA-EDC7-D7B4-2D47-D789E431667E}"/>
          </ac:picMkLst>
        </pc:picChg>
        <pc:picChg chg="add del mod">
          <ac:chgData name="翔琉 櫻井" userId="9696856e3d08c427" providerId="LiveId" clId="{BD309D27-4A6C-4473-87BA-473DBBF66F9B}" dt="2026-01-19T21:13:42.021" v="234" actId="478"/>
          <ac:picMkLst>
            <pc:docMk/>
            <pc:sldMk cId="2369393797" sldId="264"/>
            <ac:picMk id="12" creationId="{23FAF5C5-B4A3-0729-027D-75989DBECC3C}"/>
          </ac:picMkLst>
        </pc:picChg>
        <pc:picChg chg="add mod modCrop">
          <ac:chgData name="翔琉 櫻井" userId="9696856e3d08c427" providerId="LiveId" clId="{BD309D27-4A6C-4473-87BA-473DBBF66F9B}" dt="2026-01-19T21:14:11.769" v="245" actId="26606"/>
          <ac:picMkLst>
            <pc:docMk/>
            <pc:sldMk cId="2369393797" sldId="264"/>
            <ac:picMk id="14" creationId="{331C40EE-E895-7BC7-AEA9-DB01736B278F}"/>
          </ac:picMkLst>
        </pc:picChg>
      </pc:sldChg>
      <pc:sldChg chg="addSp delSp modSp new mod ord">
        <pc:chgData name="翔琉 櫻井" userId="9696856e3d08c427" providerId="LiveId" clId="{BD309D27-4A6C-4473-87BA-473DBBF66F9B}" dt="2026-01-19T21:17:45.507" v="266" actId="20577"/>
        <pc:sldMkLst>
          <pc:docMk/>
          <pc:sldMk cId="443401420" sldId="265"/>
        </pc:sldMkLst>
        <pc:spChg chg="mod">
          <ac:chgData name="翔琉 櫻井" userId="9696856e3d08c427" providerId="LiveId" clId="{BD309D27-4A6C-4473-87BA-473DBBF66F9B}" dt="2026-01-19T21:17:45.507" v="266" actId="20577"/>
          <ac:spMkLst>
            <pc:docMk/>
            <pc:sldMk cId="443401420" sldId="265"/>
            <ac:spMk id="2" creationId="{4566B3D1-161C-F037-0DA7-B0CB974F353A}"/>
          </ac:spMkLst>
        </pc:spChg>
        <pc:spChg chg="del">
          <ac:chgData name="翔琉 櫻井" userId="9696856e3d08c427" providerId="LiveId" clId="{BD309D27-4A6C-4473-87BA-473DBBF66F9B}" dt="2026-01-19T20:49:05.167" v="138"/>
          <ac:spMkLst>
            <pc:docMk/>
            <pc:sldMk cId="443401420" sldId="265"/>
            <ac:spMk id="3" creationId="{36779C58-D178-F7D2-BA54-1BB3471C0627}"/>
          </ac:spMkLst>
        </pc:spChg>
        <pc:spChg chg="add mod">
          <ac:chgData name="翔琉 櫻井" userId="9696856e3d08c427" providerId="LiveId" clId="{BD309D27-4A6C-4473-87BA-473DBBF66F9B}" dt="2026-01-19T20:49:05.167" v="138"/>
          <ac:spMkLst>
            <pc:docMk/>
            <pc:sldMk cId="443401420" sldId="265"/>
            <ac:spMk id="9" creationId="{E221A8E1-EA11-1126-3023-712944A98EF5}"/>
          </ac:spMkLst>
        </pc:spChg>
      </pc:sldChg>
      <pc:sldChg chg="addSp delSp modSp new mod">
        <pc:chgData name="翔琉 櫻井" userId="9696856e3d08c427" providerId="LiveId" clId="{BD309D27-4A6C-4473-87BA-473DBBF66F9B}" dt="2026-01-19T21:10:43.935" v="229" actId="20577"/>
        <pc:sldMkLst>
          <pc:docMk/>
          <pc:sldMk cId="2103166186" sldId="266"/>
        </pc:sldMkLst>
        <pc:spChg chg="mod">
          <ac:chgData name="翔琉 櫻井" userId="9696856e3d08c427" providerId="LiveId" clId="{BD309D27-4A6C-4473-87BA-473DBBF66F9B}" dt="2026-01-19T21:10:43.935" v="229" actId="20577"/>
          <ac:spMkLst>
            <pc:docMk/>
            <pc:sldMk cId="2103166186" sldId="266"/>
            <ac:spMk id="2" creationId="{9F12D26F-B7BC-5F6A-BDA3-E65D2788B134}"/>
          </ac:spMkLst>
        </pc:spChg>
        <pc:spChg chg="del">
          <ac:chgData name="翔琉 櫻井" userId="9696856e3d08c427" providerId="LiveId" clId="{BD309D27-4A6C-4473-87BA-473DBBF66F9B}" dt="2026-01-19T21:10:26.117" v="222"/>
          <ac:spMkLst>
            <pc:docMk/>
            <pc:sldMk cId="2103166186" sldId="266"/>
            <ac:spMk id="3" creationId="{C74E004E-2B38-6194-33B9-9A3E2EAFFA70}"/>
          </ac:spMkLst>
        </pc:spChg>
        <pc:spChg chg="mod ord">
          <ac:chgData name="翔琉 櫻井" userId="9696856e3d08c427" providerId="LiveId" clId="{BD309D27-4A6C-4473-87BA-473DBBF66F9B}" dt="2026-01-19T21:10:35.533" v="223" actId="26606"/>
          <ac:spMkLst>
            <pc:docMk/>
            <pc:sldMk cId="2103166186" sldId="266"/>
            <ac:spMk id="4" creationId="{09F9951A-6AF3-3F19-70CA-A6F5979A68FA}"/>
          </ac:spMkLst>
        </pc:spChg>
        <pc:picChg chg="add mod">
          <ac:chgData name="翔琉 櫻井" userId="9696856e3d08c427" providerId="LiveId" clId="{BD309D27-4A6C-4473-87BA-473DBBF66F9B}" dt="2026-01-19T21:10:35.533" v="223" actId="26606"/>
          <ac:picMkLst>
            <pc:docMk/>
            <pc:sldMk cId="2103166186" sldId="266"/>
            <ac:picMk id="6" creationId="{04691579-E29F-3821-2738-5BBBB22581F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6D9647-ECF1-4A86-B476-A023641EC6F8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C1465-738F-4BB6-B6E4-EBA8CE2D4C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269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FB0924-4C56-098C-13CF-DDA972DCC43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t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発表題目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54480EE-6EF3-7E65-7A05-0EE0C21376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1365"/>
            <a:ext cx="9144000" cy="517475"/>
          </a:xfrm>
        </p:spPr>
        <p:txBody>
          <a:bodyPr>
            <a:normAutofit/>
          </a:bodyPr>
          <a:lstStyle>
            <a:lvl1pPr marL="0" indent="0" algn="l">
              <a:buNone/>
              <a:defRPr sz="2800" b="1" u="sng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発表者名　大阪大学 情報科学研究科</a:t>
            </a:r>
            <a:endParaRPr kumimoji="1" lang="en-US" altLang="ja-JP" dirty="0"/>
          </a:p>
          <a:p>
            <a:endParaRPr kumimoji="1"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244CD9-25EC-60E4-4EC0-903F80D140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6400" y="184903"/>
            <a:ext cx="2743200" cy="744718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ja-JP" altLang="en-US" dirty="0"/>
              <a:t>会議名</a:t>
            </a:r>
            <a:endParaRPr lang="en-US" altLang="ja-JP" dirty="0"/>
          </a:p>
          <a:p>
            <a:fld id="{BA3EB691-FF5E-41A6-9C8B-4C4CF21B2DEE}" type="datetime1">
              <a:rPr lang="ja-JP" altLang="en-US" smtClean="0"/>
              <a:t>2026/1/20</a:t>
            </a:fld>
            <a:endParaRPr lang="ja-JP" altLang="en-US" dirty="0"/>
          </a:p>
        </p:txBody>
      </p:sp>
      <p:pic>
        <p:nvPicPr>
          <p:cNvPr id="9" name="図 8" descr="ロゴ, 会社名&#10;&#10;AI 生成コンテンツは誤りを含む可能性があります。">
            <a:extLst>
              <a:ext uri="{FF2B5EF4-FFF2-40B4-BE49-F238E27FC236}">
                <a16:creationId xmlns:a16="http://schemas.microsoft.com/office/drawing/2014/main" id="{D9256B1B-38F1-2BFB-7B53-8D49CF2779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5101" y="5712643"/>
            <a:ext cx="3434499" cy="852278"/>
          </a:xfrm>
          <a:prstGeom prst="rect">
            <a:avLst/>
          </a:prstGeom>
        </p:spPr>
      </p:pic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79C68F70-1603-10AC-D098-F23D2F6D01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4848590"/>
            <a:ext cx="7258050" cy="1095009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共著者名　所属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共著者名　所属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共著者名　所属</a:t>
            </a:r>
          </a:p>
        </p:txBody>
      </p:sp>
    </p:spTree>
    <p:extLst>
      <p:ext uri="{BB962C8B-B14F-4D97-AF65-F5344CB8AC3E}">
        <p14:creationId xmlns:p14="http://schemas.microsoft.com/office/powerpoint/2010/main" val="2775203085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_標準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E4981D-F3E1-A957-C0E7-47018581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697"/>
            <a:ext cx="8268093" cy="457044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F7D598-3437-0B1C-AC16-BAD871C30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32701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78F53E-4C54-5978-324C-CDA5322A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0803" y="277657"/>
            <a:ext cx="838200" cy="365125"/>
          </a:xfr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8D1BC46D-89B1-41A3-BBA1-F56BEABD0A9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37658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_リード文あり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E4981D-F3E1-A957-C0E7-47018581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697"/>
            <a:ext cx="8268093" cy="457044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F7D598-3437-0B1C-AC16-BAD871C30B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139885"/>
            <a:ext cx="10515600" cy="4440458"/>
          </a:xfrm>
        </p:spPr>
        <p:txBody>
          <a:bodyPr/>
          <a:lstStyle/>
          <a:p>
            <a:pPr lvl="0"/>
            <a:r>
              <a:rPr kumimoji="1" lang="ja-JP" altLang="en-US" dirty="0"/>
              <a:t>メッセージについての補足説明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78F53E-4C54-5978-324C-CDA5322A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0803" y="277657"/>
            <a:ext cx="838200" cy="365125"/>
          </a:xfr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8D1BC46D-89B1-41A3-BBA1-F56BEABD0A9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5708537F-1CE0-897D-A56D-51BA5E3A6155}"/>
              </a:ext>
            </a:extLst>
          </p:cNvPr>
          <p:cNvSpPr txBox="1">
            <a:spLocks/>
          </p:cNvSpPr>
          <p:nvPr userDrawn="1"/>
        </p:nvSpPr>
        <p:spPr>
          <a:xfrm>
            <a:off x="838200" y="1330335"/>
            <a:ext cx="10515600" cy="45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>
                <a:solidFill>
                  <a:schemeClr val="tx1"/>
                </a:solidFill>
              </a:rPr>
              <a:t>話題について伝えるべきメッセージ</a:t>
            </a:r>
          </a:p>
        </p:txBody>
      </p:sp>
    </p:spTree>
    <p:extLst>
      <p:ext uri="{BB962C8B-B14F-4D97-AF65-F5344CB8AC3E}">
        <p14:creationId xmlns:p14="http://schemas.microsoft.com/office/powerpoint/2010/main" val="163788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形レイアウト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E4981D-F3E1-A957-C0E7-47018581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697"/>
            <a:ext cx="8268093" cy="457044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78F53E-4C54-5978-324C-CDA5322A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0803" y="277657"/>
            <a:ext cx="838200" cy="365125"/>
          </a:xfr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8D1BC46D-89B1-41A3-BBA1-F56BEABD0A9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A3C33A2C-CCB1-1197-CB85-2CEEC50066B3}"/>
              </a:ext>
            </a:extLst>
          </p:cNvPr>
          <p:cNvGrpSpPr/>
          <p:nvPr userDrawn="1"/>
        </p:nvGrpSpPr>
        <p:grpSpPr>
          <a:xfrm>
            <a:off x="616017" y="1348268"/>
            <a:ext cx="6533120" cy="4938925"/>
            <a:chOff x="0" y="1396394"/>
            <a:chExt cx="6533120" cy="4938925"/>
          </a:xfrm>
        </p:grpSpPr>
        <p:sp>
          <p:nvSpPr>
            <p:cNvPr id="26" name="楕円 25">
              <a:extLst>
                <a:ext uri="{FF2B5EF4-FFF2-40B4-BE49-F238E27FC236}">
                  <a16:creationId xmlns:a16="http://schemas.microsoft.com/office/drawing/2014/main" id="{98913F8C-77C7-957C-594F-5C8DE84333F9}"/>
                </a:ext>
              </a:extLst>
            </p:cNvPr>
            <p:cNvSpPr/>
            <p:nvPr/>
          </p:nvSpPr>
          <p:spPr>
            <a:xfrm>
              <a:off x="2173905" y="1396394"/>
              <a:ext cx="2232000" cy="2232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38476517">
                    <a:custGeom>
                      <a:avLst/>
                      <a:gdLst>
                        <a:gd name="connsiteX0" fmla="*/ 0 w 2396691"/>
                        <a:gd name="connsiteY0" fmla="*/ 1176574 h 2353148"/>
                        <a:gd name="connsiteX1" fmla="*/ 1198346 w 2396691"/>
                        <a:gd name="connsiteY1" fmla="*/ 0 h 2353148"/>
                        <a:gd name="connsiteX2" fmla="*/ 2396692 w 2396691"/>
                        <a:gd name="connsiteY2" fmla="*/ 1176574 h 2353148"/>
                        <a:gd name="connsiteX3" fmla="*/ 1198346 w 2396691"/>
                        <a:gd name="connsiteY3" fmla="*/ 2353148 h 2353148"/>
                        <a:gd name="connsiteX4" fmla="*/ 0 w 2396691"/>
                        <a:gd name="connsiteY4" fmla="*/ 1176574 h 2353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396691" h="2353148" fill="none" extrusionOk="0">
                          <a:moveTo>
                            <a:pt x="0" y="1176574"/>
                          </a:moveTo>
                          <a:cubicBezTo>
                            <a:pt x="17053" y="544093"/>
                            <a:pt x="596455" y="78735"/>
                            <a:pt x="1198346" y="0"/>
                          </a:cubicBezTo>
                          <a:cubicBezTo>
                            <a:pt x="1834464" y="-42937"/>
                            <a:pt x="2341220" y="491711"/>
                            <a:pt x="2396692" y="1176574"/>
                          </a:cubicBezTo>
                          <a:cubicBezTo>
                            <a:pt x="2434753" y="1879535"/>
                            <a:pt x="1880410" y="2333741"/>
                            <a:pt x="1198346" y="2353148"/>
                          </a:cubicBezTo>
                          <a:cubicBezTo>
                            <a:pt x="503664" y="2298627"/>
                            <a:pt x="14412" y="1848257"/>
                            <a:pt x="0" y="1176574"/>
                          </a:cubicBezTo>
                          <a:close/>
                        </a:path>
                        <a:path w="2396691" h="2353148" stroke="0" extrusionOk="0">
                          <a:moveTo>
                            <a:pt x="0" y="1176574"/>
                          </a:moveTo>
                          <a:cubicBezTo>
                            <a:pt x="22017" y="512503"/>
                            <a:pt x="554245" y="-126587"/>
                            <a:pt x="1198346" y="0"/>
                          </a:cubicBezTo>
                          <a:cubicBezTo>
                            <a:pt x="1782464" y="-71399"/>
                            <a:pt x="2410063" y="501058"/>
                            <a:pt x="2396692" y="1176574"/>
                          </a:cubicBezTo>
                          <a:cubicBezTo>
                            <a:pt x="2422326" y="1889440"/>
                            <a:pt x="1843165" y="2478575"/>
                            <a:pt x="1198346" y="2353148"/>
                          </a:cubicBezTo>
                          <a:cubicBezTo>
                            <a:pt x="488789" y="2321300"/>
                            <a:pt x="-48884" y="1872731"/>
                            <a:pt x="0" y="11765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040D31E5-C3CC-B29E-B012-9F95248D2893}"/>
                </a:ext>
              </a:extLst>
            </p:cNvPr>
            <p:cNvSpPr txBox="1"/>
            <p:nvPr/>
          </p:nvSpPr>
          <p:spPr>
            <a:xfrm>
              <a:off x="2139601" y="1944955"/>
              <a:ext cx="23966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①</a:t>
              </a:r>
              <a:endParaRPr lang="en-US" altLang="ja-JP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ひとつめ</a:t>
              </a:r>
              <a:endParaRPr kumimoji="1"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28" name="楕円 27">
              <a:extLst>
                <a:ext uri="{FF2B5EF4-FFF2-40B4-BE49-F238E27FC236}">
                  <a16:creationId xmlns:a16="http://schemas.microsoft.com/office/drawing/2014/main" id="{59A8DAAC-3C4A-1010-61A7-EA6D2DC40F78}"/>
                </a:ext>
              </a:extLst>
            </p:cNvPr>
            <p:cNvSpPr/>
            <p:nvPr/>
          </p:nvSpPr>
          <p:spPr>
            <a:xfrm>
              <a:off x="815779" y="3666494"/>
              <a:ext cx="2232000" cy="2232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38476517">
                    <a:custGeom>
                      <a:avLst/>
                      <a:gdLst>
                        <a:gd name="connsiteX0" fmla="*/ 0 w 2396691"/>
                        <a:gd name="connsiteY0" fmla="*/ 1176574 h 2353148"/>
                        <a:gd name="connsiteX1" fmla="*/ 1198346 w 2396691"/>
                        <a:gd name="connsiteY1" fmla="*/ 0 h 2353148"/>
                        <a:gd name="connsiteX2" fmla="*/ 2396692 w 2396691"/>
                        <a:gd name="connsiteY2" fmla="*/ 1176574 h 2353148"/>
                        <a:gd name="connsiteX3" fmla="*/ 1198346 w 2396691"/>
                        <a:gd name="connsiteY3" fmla="*/ 2353148 h 2353148"/>
                        <a:gd name="connsiteX4" fmla="*/ 0 w 2396691"/>
                        <a:gd name="connsiteY4" fmla="*/ 1176574 h 2353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396691" h="2353148" fill="none" extrusionOk="0">
                          <a:moveTo>
                            <a:pt x="0" y="1176574"/>
                          </a:moveTo>
                          <a:cubicBezTo>
                            <a:pt x="17053" y="544093"/>
                            <a:pt x="596455" y="78735"/>
                            <a:pt x="1198346" y="0"/>
                          </a:cubicBezTo>
                          <a:cubicBezTo>
                            <a:pt x="1834464" y="-42937"/>
                            <a:pt x="2341220" y="491711"/>
                            <a:pt x="2396692" y="1176574"/>
                          </a:cubicBezTo>
                          <a:cubicBezTo>
                            <a:pt x="2434753" y="1879535"/>
                            <a:pt x="1880410" y="2333741"/>
                            <a:pt x="1198346" y="2353148"/>
                          </a:cubicBezTo>
                          <a:cubicBezTo>
                            <a:pt x="503664" y="2298627"/>
                            <a:pt x="14412" y="1848257"/>
                            <a:pt x="0" y="1176574"/>
                          </a:cubicBezTo>
                          <a:close/>
                        </a:path>
                        <a:path w="2396691" h="2353148" stroke="0" extrusionOk="0">
                          <a:moveTo>
                            <a:pt x="0" y="1176574"/>
                          </a:moveTo>
                          <a:cubicBezTo>
                            <a:pt x="22017" y="512503"/>
                            <a:pt x="554245" y="-126587"/>
                            <a:pt x="1198346" y="0"/>
                          </a:cubicBezTo>
                          <a:cubicBezTo>
                            <a:pt x="1782464" y="-71399"/>
                            <a:pt x="2410063" y="501058"/>
                            <a:pt x="2396692" y="1176574"/>
                          </a:cubicBezTo>
                          <a:cubicBezTo>
                            <a:pt x="2422326" y="1889440"/>
                            <a:pt x="1843165" y="2478575"/>
                            <a:pt x="1198346" y="2353148"/>
                          </a:cubicBezTo>
                          <a:cubicBezTo>
                            <a:pt x="488789" y="2321300"/>
                            <a:pt x="-48884" y="1872731"/>
                            <a:pt x="0" y="11765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C332B804-F377-AD40-1C73-DA0B1C4839F0}"/>
                </a:ext>
              </a:extLst>
            </p:cNvPr>
            <p:cNvSpPr txBox="1"/>
            <p:nvPr/>
          </p:nvSpPr>
          <p:spPr>
            <a:xfrm>
              <a:off x="733433" y="4231597"/>
              <a:ext cx="23966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③</a:t>
              </a:r>
              <a:endParaRPr lang="en-US" altLang="ja-JP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みっつめ</a:t>
              </a:r>
              <a:endParaRPr kumimoji="1"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30" name="楕円 29">
              <a:extLst>
                <a:ext uri="{FF2B5EF4-FFF2-40B4-BE49-F238E27FC236}">
                  <a16:creationId xmlns:a16="http://schemas.microsoft.com/office/drawing/2014/main" id="{F7EA8DF9-A730-7977-1031-F7C04BCD564A}"/>
                </a:ext>
              </a:extLst>
            </p:cNvPr>
            <p:cNvSpPr/>
            <p:nvPr/>
          </p:nvSpPr>
          <p:spPr>
            <a:xfrm>
              <a:off x="3565643" y="3653794"/>
              <a:ext cx="2232000" cy="2232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38476517">
                    <a:custGeom>
                      <a:avLst/>
                      <a:gdLst>
                        <a:gd name="connsiteX0" fmla="*/ 0 w 2396691"/>
                        <a:gd name="connsiteY0" fmla="*/ 1176574 h 2353148"/>
                        <a:gd name="connsiteX1" fmla="*/ 1198346 w 2396691"/>
                        <a:gd name="connsiteY1" fmla="*/ 0 h 2353148"/>
                        <a:gd name="connsiteX2" fmla="*/ 2396692 w 2396691"/>
                        <a:gd name="connsiteY2" fmla="*/ 1176574 h 2353148"/>
                        <a:gd name="connsiteX3" fmla="*/ 1198346 w 2396691"/>
                        <a:gd name="connsiteY3" fmla="*/ 2353148 h 2353148"/>
                        <a:gd name="connsiteX4" fmla="*/ 0 w 2396691"/>
                        <a:gd name="connsiteY4" fmla="*/ 1176574 h 2353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396691" h="2353148" fill="none" extrusionOk="0">
                          <a:moveTo>
                            <a:pt x="0" y="1176574"/>
                          </a:moveTo>
                          <a:cubicBezTo>
                            <a:pt x="17053" y="544093"/>
                            <a:pt x="596455" y="78735"/>
                            <a:pt x="1198346" y="0"/>
                          </a:cubicBezTo>
                          <a:cubicBezTo>
                            <a:pt x="1834464" y="-42937"/>
                            <a:pt x="2341220" y="491711"/>
                            <a:pt x="2396692" y="1176574"/>
                          </a:cubicBezTo>
                          <a:cubicBezTo>
                            <a:pt x="2434753" y="1879535"/>
                            <a:pt x="1880410" y="2333741"/>
                            <a:pt x="1198346" y="2353148"/>
                          </a:cubicBezTo>
                          <a:cubicBezTo>
                            <a:pt x="503664" y="2298627"/>
                            <a:pt x="14412" y="1848257"/>
                            <a:pt x="0" y="1176574"/>
                          </a:cubicBezTo>
                          <a:close/>
                        </a:path>
                        <a:path w="2396691" h="2353148" stroke="0" extrusionOk="0">
                          <a:moveTo>
                            <a:pt x="0" y="1176574"/>
                          </a:moveTo>
                          <a:cubicBezTo>
                            <a:pt x="22017" y="512503"/>
                            <a:pt x="554245" y="-126587"/>
                            <a:pt x="1198346" y="0"/>
                          </a:cubicBezTo>
                          <a:cubicBezTo>
                            <a:pt x="1782464" y="-71399"/>
                            <a:pt x="2410063" y="501058"/>
                            <a:pt x="2396692" y="1176574"/>
                          </a:cubicBezTo>
                          <a:cubicBezTo>
                            <a:pt x="2422326" y="1889440"/>
                            <a:pt x="1843165" y="2478575"/>
                            <a:pt x="1198346" y="2353148"/>
                          </a:cubicBezTo>
                          <a:cubicBezTo>
                            <a:pt x="488789" y="2321300"/>
                            <a:pt x="-48884" y="1872731"/>
                            <a:pt x="0" y="11765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39144E88-A824-BDD8-1A5F-DF9932A28F58}"/>
                </a:ext>
              </a:extLst>
            </p:cNvPr>
            <p:cNvSpPr txBox="1"/>
            <p:nvPr/>
          </p:nvSpPr>
          <p:spPr>
            <a:xfrm>
              <a:off x="3511913" y="4222775"/>
              <a:ext cx="23966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➁</a:t>
              </a:r>
              <a:endParaRPr lang="en-US" altLang="ja-JP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ふたつめ</a:t>
              </a:r>
              <a:endParaRPr kumimoji="1"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792C22EA-FF84-3A98-0809-0D050661F86E}"/>
                </a:ext>
              </a:extLst>
            </p:cNvPr>
            <p:cNvGrpSpPr/>
            <p:nvPr/>
          </p:nvGrpSpPr>
          <p:grpSpPr>
            <a:xfrm flipV="1">
              <a:off x="4488250" y="2706875"/>
              <a:ext cx="800237" cy="959619"/>
              <a:chOff x="2664127" y="3374455"/>
              <a:chExt cx="1201975" cy="1567649"/>
            </a:xfrm>
          </p:grpSpPr>
          <p:sp>
            <p:nvSpPr>
              <p:cNvPr id="42" name="二等辺三角形 41">
                <a:extLst>
                  <a:ext uri="{FF2B5EF4-FFF2-40B4-BE49-F238E27FC236}">
                    <a16:creationId xmlns:a16="http://schemas.microsoft.com/office/drawing/2014/main" id="{CFBF4968-EFF2-BBD6-A5B8-F05999D9E557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43" name="フリーフォーム: 図形 42">
                <a:extLst>
                  <a:ext uri="{FF2B5EF4-FFF2-40B4-BE49-F238E27FC236}">
                    <a16:creationId xmlns:a16="http://schemas.microsoft.com/office/drawing/2014/main" id="{EE05FDD2-4061-3782-1A58-92A53F277356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CC32EC09-DD6F-67F4-1515-E5D0B5A1F986}"/>
                </a:ext>
              </a:extLst>
            </p:cNvPr>
            <p:cNvGrpSpPr/>
            <p:nvPr/>
          </p:nvGrpSpPr>
          <p:grpSpPr>
            <a:xfrm rot="7241964" flipV="1">
              <a:off x="2843255" y="5233792"/>
              <a:ext cx="800237" cy="959619"/>
              <a:chOff x="2664127" y="3374455"/>
              <a:chExt cx="1201975" cy="1567649"/>
            </a:xfrm>
          </p:grpSpPr>
          <p:sp>
            <p:nvSpPr>
              <p:cNvPr id="40" name="二等辺三角形 39">
                <a:extLst>
                  <a:ext uri="{FF2B5EF4-FFF2-40B4-BE49-F238E27FC236}">
                    <a16:creationId xmlns:a16="http://schemas.microsoft.com/office/drawing/2014/main" id="{487A51D6-35EB-AB85-51DC-D165028608F6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41" name="フリーフォーム: 図形 40">
                <a:extLst>
                  <a:ext uri="{FF2B5EF4-FFF2-40B4-BE49-F238E27FC236}">
                    <a16:creationId xmlns:a16="http://schemas.microsoft.com/office/drawing/2014/main" id="{6FF737AD-E6C5-09B0-D657-3884084F5473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F45FDD95-79DC-ADA9-3915-434CF7688F0A}"/>
                </a:ext>
              </a:extLst>
            </p:cNvPr>
            <p:cNvGrpSpPr/>
            <p:nvPr/>
          </p:nvGrpSpPr>
          <p:grpSpPr>
            <a:xfrm rot="14081671" flipV="1">
              <a:off x="1389673" y="2585074"/>
              <a:ext cx="800237" cy="959619"/>
              <a:chOff x="2664127" y="3374455"/>
              <a:chExt cx="1201975" cy="1567649"/>
            </a:xfrm>
          </p:grpSpPr>
          <p:sp>
            <p:nvSpPr>
              <p:cNvPr id="38" name="二等辺三角形 37">
                <a:extLst>
                  <a:ext uri="{FF2B5EF4-FFF2-40B4-BE49-F238E27FC236}">
                    <a16:creationId xmlns:a16="http://schemas.microsoft.com/office/drawing/2014/main" id="{F6F2E6E3-8349-F1BD-4411-6E3B6C029304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39" name="フリーフォーム: 図形 38">
                <a:extLst>
                  <a:ext uri="{FF2B5EF4-FFF2-40B4-BE49-F238E27FC236}">
                    <a16:creationId xmlns:a16="http://schemas.microsoft.com/office/drawing/2014/main" id="{9D03327C-F0E8-AC17-FD92-0B6F95945D47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647DCFC0-4CDB-F491-59F5-9B9843370982}"/>
                </a:ext>
              </a:extLst>
            </p:cNvPr>
            <p:cNvSpPr txBox="1"/>
            <p:nvPr/>
          </p:nvSpPr>
          <p:spPr>
            <a:xfrm>
              <a:off x="4832338" y="2938238"/>
              <a:ext cx="1700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" b="1" dirty="0">
                  <a:solidFill>
                    <a:schemeClr val="accent4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変化</a:t>
              </a:r>
              <a:endParaRPr lang="en-US" altLang="ja-JP" sz="20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2832B974-8812-43C2-59F0-92C1490CE50F}"/>
                </a:ext>
              </a:extLst>
            </p:cNvPr>
            <p:cNvSpPr txBox="1"/>
            <p:nvPr/>
          </p:nvSpPr>
          <p:spPr>
            <a:xfrm>
              <a:off x="2550709" y="5935209"/>
              <a:ext cx="1700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" b="1" dirty="0">
                  <a:solidFill>
                    <a:schemeClr val="accent4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変化</a:t>
              </a:r>
              <a:endParaRPr lang="en-US" altLang="ja-JP" sz="20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01D1CA61-D3FD-E879-DD8D-393FE694B62A}"/>
                </a:ext>
              </a:extLst>
            </p:cNvPr>
            <p:cNvSpPr txBox="1"/>
            <p:nvPr/>
          </p:nvSpPr>
          <p:spPr>
            <a:xfrm>
              <a:off x="0" y="2983833"/>
              <a:ext cx="1700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" b="1" dirty="0">
                  <a:solidFill>
                    <a:schemeClr val="accent4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変化</a:t>
              </a:r>
              <a:endParaRPr lang="en-US" altLang="ja-JP" sz="20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</p:grpSp>
      <p:sp>
        <p:nvSpPr>
          <p:cNvPr id="44" name="楕円 43">
            <a:extLst>
              <a:ext uri="{FF2B5EF4-FFF2-40B4-BE49-F238E27FC236}">
                <a16:creationId xmlns:a16="http://schemas.microsoft.com/office/drawing/2014/main" id="{2C0C6389-FF14-5D60-C930-9FD4BB37E633}"/>
              </a:ext>
            </a:extLst>
          </p:cNvPr>
          <p:cNvSpPr/>
          <p:nvPr userDrawn="1"/>
        </p:nvSpPr>
        <p:spPr>
          <a:xfrm>
            <a:off x="7462655" y="1651262"/>
            <a:ext cx="323850" cy="3238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glow rad="1016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D5A499-DA80-4959-FD3A-EFDCB51A5887}"/>
              </a:ext>
            </a:extLst>
          </p:cNvPr>
          <p:cNvSpPr/>
          <p:nvPr userDrawn="1"/>
        </p:nvSpPr>
        <p:spPr>
          <a:xfrm>
            <a:off x="8108150" y="1651112"/>
            <a:ext cx="324000" cy="324000"/>
          </a:xfrm>
          <a:prstGeom prst="ellipse">
            <a:avLst/>
          </a:prstGeom>
          <a:solidFill>
            <a:srgbClr val="46877B"/>
          </a:solidFill>
          <a:ln>
            <a:solidFill>
              <a:srgbClr val="46877B"/>
            </a:solidFill>
          </a:ln>
          <a:effectLst>
            <a:glow rad="101600">
              <a:srgbClr val="46877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D2D85714-56FD-135D-4317-6D3C5582D6F9}"/>
              </a:ext>
            </a:extLst>
          </p:cNvPr>
          <p:cNvSpPr/>
          <p:nvPr userDrawn="1"/>
        </p:nvSpPr>
        <p:spPr>
          <a:xfrm>
            <a:off x="7730366" y="2165069"/>
            <a:ext cx="342900" cy="33326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47FFE66D-3B81-A181-53D3-E8D4F60D2D9F}"/>
              </a:ext>
            </a:extLst>
          </p:cNvPr>
          <p:cNvSpPr/>
          <p:nvPr userDrawn="1"/>
        </p:nvSpPr>
        <p:spPr>
          <a:xfrm>
            <a:off x="8528263" y="3060360"/>
            <a:ext cx="2901487" cy="1236539"/>
          </a:xfrm>
          <a:custGeom>
            <a:avLst/>
            <a:gdLst>
              <a:gd name="csX0" fmla="*/ 0 w 2901487"/>
              <a:gd name="csY0" fmla="*/ 618270 h 1236539"/>
              <a:gd name="csX1" fmla="*/ 1450744 w 2901487"/>
              <a:gd name="csY1" fmla="*/ 0 h 1236539"/>
              <a:gd name="csX2" fmla="*/ 2901488 w 2901487"/>
              <a:gd name="csY2" fmla="*/ 618270 h 1236539"/>
              <a:gd name="csX3" fmla="*/ 1450744 w 2901487"/>
              <a:gd name="csY3" fmla="*/ 1236540 h 1236539"/>
              <a:gd name="csX4" fmla="*/ 0 w 2901487"/>
              <a:gd name="csY4" fmla="*/ 618270 h 12365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01487" h="1236539" fill="none" extrusionOk="0">
                <a:moveTo>
                  <a:pt x="0" y="618270"/>
                </a:moveTo>
                <a:cubicBezTo>
                  <a:pt x="84712" y="196294"/>
                  <a:pt x="764269" y="7572"/>
                  <a:pt x="1450744" y="0"/>
                </a:cubicBezTo>
                <a:cubicBezTo>
                  <a:pt x="2280633" y="48997"/>
                  <a:pt x="2861081" y="275941"/>
                  <a:pt x="2901488" y="618270"/>
                </a:cubicBezTo>
                <a:cubicBezTo>
                  <a:pt x="3011552" y="975692"/>
                  <a:pt x="2166690" y="1197621"/>
                  <a:pt x="1450744" y="1236540"/>
                </a:cubicBezTo>
                <a:cubicBezTo>
                  <a:pt x="618922" y="1245671"/>
                  <a:pt x="36345" y="910461"/>
                  <a:pt x="0" y="618270"/>
                </a:cubicBezTo>
                <a:close/>
              </a:path>
              <a:path w="2901487" h="1236539" stroke="0" extrusionOk="0">
                <a:moveTo>
                  <a:pt x="0" y="618270"/>
                </a:moveTo>
                <a:cubicBezTo>
                  <a:pt x="-7565" y="290082"/>
                  <a:pt x="641644" y="-3252"/>
                  <a:pt x="1450744" y="0"/>
                </a:cubicBezTo>
                <a:cubicBezTo>
                  <a:pt x="2306126" y="-7995"/>
                  <a:pt x="2871529" y="331374"/>
                  <a:pt x="2901488" y="618270"/>
                </a:cubicBezTo>
                <a:cubicBezTo>
                  <a:pt x="2849516" y="977102"/>
                  <a:pt x="2227727" y="1265205"/>
                  <a:pt x="1450744" y="1236540"/>
                </a:cubicBezTo>
                <a:cubicBezTo>
                  <a:pt x="683291" y="1214685"/>
                  <a:pt x="-15441" y="963273"/>
                  <a:pt x="0" y="618270"/>
                </a:cubicBezTo>
                <a:close/>
              </a:path>
            </a:pathLst>
          </a:custGeom>
          <a:solidFill>
            <a:srgbClr val="D3E9E5"/>
          </a:solidFill>
          <a:ln>
            <a:solidFill>
              <a:srgbClr val="D3E9E5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6A6E1136-F272-4681-519A-C15D625A2FA7}"/>
              </a:ext>
            </a:extLst>
          </p:cNvPr>
          <p:cNvSpPr/>
          <p:nvPr userDrawn="1"/>
        </p:nvSpPr>
        <p:spPr>
          <a:xfrm>
            <a:off x="9518584" y="1567812"/>
            <a:ext cx="2235127" cy="2177274"/>
          </a:xfrm>
          <a:custGeom>
            <a:avLst/>
            <a:gdLst>
              <a:gd name="csX0" fmla="*/ 0 w 2235127"/>
              <a:gd name="csY0" fmla="*/ 1088637 h 2177274"/>
              <a:gd name="csX1" fmla="*/ 1117564 w 2235127"/>
              <a:gd name="csY1" fmla="*/ 0 h 2177274"/>
              <a:gd name="csX2" fmla="*/ 2235128 w 2235127"/>
              <a:gd name="csY2" fmla="*/ 1088637 h 2177274"/>
              <a:gd name="csX3" fmla="*/ 1117564 w 2235127"/>
              <a:gd name="csY3" fmla="*/ 2177274 h 2177274"/>
              <a:gd name="csX4" fmla="*/ 0 w 2235127"/>
              <a:gd name="csY4" fmla="*/ 1088637 h 21772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35127" h="2177274" fill="none" extrusionOk="0">
                <a:moveTo>
                  <a:pt x="0" y="1088637"/>
                </a:moveTo>
                <a:cubicBezTo>
                  <a:pt x="-78231" y="501361"/>
                  <a:pt x="470933" y="81460"/>
                  <a:pt x="1117564" y="0"/>
                </a:cubicBezTo>
                <a:cubicBezTo>
                  <a:pt x="1655506" y="-29676"/>
                  <a:pt x="2249283" y="494351"/>
                  <a:pt x="2235128" y="1088637"/>
                </a:cubicBezTo>
                <a:cubicBezTo>
                  <a:pt x="2256564" y="1635402"/>
                  <a:pt x="1745396" y="2193472"/>
                  <a:pt x="1117564" y="2177274"/>
                </a:cubicBezTo>
                <a:cubicBezTo>
                  <a:pt x="511602" y="2187319"/>
                  <a:pt x="85868" y="1650356"/>
                  <a:pt x="0" y="1088637"/>
                </a:cubicBezTo>
                <a:close/>
              </a:path>
              <a:path w="2235127" h="2177274" stroke="0" extrusionOk="0">
                <a:moveTo>
                  <a:pt x="0" y="1088637"/>
                </a:moveTo>
                <a:cubicBezTo>
                  <a:pt x="44180" y="558178"/>
                  <a:pt x="501211" y="-92223"/>
                  <a:pt x="1117564" y="0"/>
                </a:cubicBezTo>
                <a:cubicBezTo>
                  <a:pt x="1755182" y="98031"/>
                  <a:pt x="2176597" y="447074"/>
                  <a:pt x="2235128" y="1088637"/>
                </a:cubicBezTo>
                <a:cubicBezTo>
                  <a:pt x="2248407" y="1590409"/>
                  <a:pt x="1732930" y="2112771"/>
                  <a:pt x="1117564" y="2177274"/>
                </a:cubicBezTo>
                <a:cubicBezTo>
                  <a:pt x="512908" y="2113663"/>
                  <a:pt x="14757" y="1627634"/>
                  <a:pt x="0" y="108863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366946843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</a:t>
            </a:r>
            <a:endParaRPr lang="en-US" altLang="ja-JP" sz="28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dirty="0">
                <a:solidFill>
                  <a:schemeClr val="bg1"/>
                </a:solidFill>
                <a:latin typeface="+mn-ea"/>
              </a:rPr>
              <a:t>メッセージ</a:t>
            </a:r>
            <a:endParaRPr lang="ja-JP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B2DD3AF4-68C5-FAE7-0A1D-8170E5D92D37}"/>
              </a:ext>
            </a:extLst>
          </p:cNvPr>
          <p:cNvSpPr/>
          <p:nvPr userDrawn="1"/>
        </p:nvSpPr>
        <p:spPr>
          <a:xfrm rot="20169432">
            <a:off x="8795580" y="3503340"/>
            <a:ext cx="3160032" cy="167421"/>
          </a:xfrm>
          <a:custGeom>
            <a:avLst/>
            <a:gdLst>
              <a:gd name="csX0" fmla="*/ 0 w 3160032"/>
              <a:gd name="csY0" fmla="*/ 0 h 167421"/>
              <a:gd name="csX1" fmla="*/ 3160032 w 3160032"/>
              <a:gd name="csY1" fmla="*/ 0 h 167421"/>
              <a:gd name="csX2" fmla="*/ 3160032 w 3160032"/>
              <a:gd name="csY2" fmla="*/ 167421 h 167421"/>
              <a:gd name="csX3" fmla="*/ 0 w 3160032"/>
              <a:gd name="csY3" fmla="*/ 167421 h 167421"/>
              <a:gd name="csX4" fmla="*/ 0 w 3160032"/>
              <a:gd name="csY4" fmla="*/ 0 h 1674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60032" h="167421" fill="none" extrusionOk="0">
                <a:moveTo>
                  <a:pt x="0" y="0"/>
                </a:moveTo>
                <a:cubicBezTo>
                  <a:pt x="1576265" y="-130857"/>
                  <a:pt x="1695485" y="63250"/>
                  <a:pt x="3160032" y="0"/>
                </a:cubicBezTo>
                <a:cubicBezTo>
                  <a:pt x="3149888" y="54417"/>
                  <a:pt x="3161660" y="117978"/>
                  <a:pt x="3160032" y="167421"/>
                </a:cubicBezTo>
                <a:cubicBezTo>
                  <a:pt x="2559770" y="222085"/>
                  <a:pt x="1098592" y="215523"/>
                  <a:pt x="0" y="167421"/>
                </a:cubicBezTo>
                <a:cubicBezTo>
                  <a:pt x="-5" y="147243"/>
                  <a:pt x="-2866" y="55723"/>
                  <a:pt x="0" y="0"/>
                </a:cubicBezTo>
                <a:close/>
              </a:path>
              <a:path w="3160032" h="167421" stroke="0" extrusionOk="0">
                <a:moveTo>
                  <a:pt x="0" y="0"/>
                </a:moveTo>
                <a:cubicBezTo>
                  <a:pt x="1189394" y="93023"/>
                  <a:pt x="2837410" y="111448"/>
                  <a:pt x="3160032" y="0"/>
                </a:cubicBezTo>
                <a:cubicBezTo>
                  <a:pt x="3145341" y="75065"/>
                  <a:pt x="3161279" y="142728"/>
                  <a:pt x="3160032" y="167421"/>
                </a:cubicBezTo>
                <a:cubicBezTo>
                  <a:pt x="2786659" y="165537"/>
                  <a:pt x="902558" y="243552"/>
                  <a:pt x="0" y="167421"/>
                </a:cubicBezTo>
                <a:cubicBezTo>
                  <a:pt x="-7129" y="150251"/>
                  <a:pt x="4229" y="4513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00180860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十字形 49">
            <a:extLst>
              <a:ext uri="{FF2B5EF4-FFF2-40B4-BE49-F238E27FC236}">
                <a16:creationId xmlns:a16="http://schemas.microsoft.com/office/drawing/2014/main" id="{FC1263B9-86AE-7C13-849E-FAC9076446F5}"/>
              </a:ext>
            </a:extLst>
          </p:cNvPr>
          <p:cNvSpPr/>
          <p:nvPr userDrawn="1"/>
        </p:nvSpPr>
        <p:spPr>
          <a:xfrm rot="2590055">
            <a:off x="8265921" y="4413059"/>
            <a:ext cx="1869719" cy="1886551"/>
          </a:xfrm>
          <a:custGeom>
            <a:avLst/>
            <a:gdLst>
              <a:gd name="csX0" fmla="*/ 0 w 1869719"/>
              <a:gd name="csY0" fmla="*/ 871682 h 1886551"/>
              <a:gd name="csX1" fmla="*/ 871682 w 1869719"/>
              <a:gd name="csY1" fmla="*/ 871682 h 1886551"/>
              <a:gd name="csX2" fmla="*/ 871682 w 1869719"/>
              <a:gd name="csY2" fmla="*/ 0 h 1886551"/>
              <a:gd name="csX3" fmla="*/ 998037 w 1869719"/>
              <a:gd name="csY3" fmla="*/ 0 h 1886551"/>
              <a:gd name="csX4" fmla="*/ 998037 w 1869719"/>
              <a:gd name="csY4" fmla="*/ 871682 h 1886551"/>
              <a:gd name="csX5" fmla="*/ 1869719 w 1869719"/>
              <a:gd name="csY5" fmla="*/ 871682 h 1886551"/>
              <a:gd name="csX6" fmla="*/ 1869719 w 1869719"/>
              <a:gd name="csY6" fmla="*/ 1014869 h 1886551"/>
              <a:gd name="csX7" fmla="*/ 998037 w 1869719"/>
              <a:gd name="csY7" fmla="*/ 1014869 h 1886551"/>
              <a:gd name="csX8" fmla="*/ 998037 w 1869719"/>
              <a:gd name="csY8" fmla="*/ 1886551 h 1886551"/>
              <a:gd name="csX9" fmla="*/ 871682 w 1869719"/>
              <a:gd name="csY9" fmla="*/ 1886551 h 1886551"/>
              <a:gd name="csX10" fmla="*/ 871682 w 1869719"/>
              <a:gd name="csY10" fmla="*/ 1014869 h 1886551"/>
              <a:gd name="csX11" fmla="*/ 0 w 1869719"/>
              <a:gd name="csY11" fmla="*/ 1014869 h 1886551"/>
              <a:gd name="csX12" fmla="*/ 0 w 1869719"/>
              <a:gd name="csY12" fmla="*/ 871682 h 18865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869719" h="1886551" fill="none" extrusionOk="0">
                <a:moveTo>
                  <a:pt x="0" y="871682"/>
                </a:moveTo>
                <a:cubicBezTo>
                  <a:pt x="150577" y="878137"/>
                  <a:pt x="691672" y="826285"/>
                  <a:pt x="871682" y="871682"/>
                </a:cubicBezTo>
                <a:cubicBezTo>
                  <a:pt x="944600" y="699805"/>
                  <a:pt x="866968" y="165485"/>
                  <a:pt x="871682" y="0"/>
                </a:cubicBezTo>
                <a:cubicBezTo>
                  <a:pt x="917842" y="-3582"/>
                  <a:pt x="948566" y="-7301"/>
                  <a:pt x="998037" y="0"/>
                </a:cubicBezTo>
                <a:cubicBezTo>
                  <a:pt x="1034408" y="206213"/>
                  <a:pt x="958303" y="545702"/>
                  <a:pt x="998037" y="871682"/>
                </a:cubicBezTo>
                <a:cubicBezTo>
                  <a:pt x="1403914" y="918941"/>
                  <a:pt x="1768096" y="817161"/>
                  <a:pt x="1869719" y="871682"/>
                </a:cubicBezTo>
                <a:cubicBezTo>
                  <a:pt x="1862247" y="898346"/>
                  <a:pt x="1867979" y="944707"/>
                  <a:pt x="1869719" y="1014869"/>
                </a:cubicBezTo>
                <a:cubicBezTo>
                  <a:pt x="1548144" y="940983"/>
                  <a:pt x="1153210" y="1019821"/>
                  <a:pt x="998037" y="1014869"/>
                </a:cubicBezTo>
                <a:cubicBezTo>
                  <a:pt x="1038278" y="1306496"/>
                  <a:pt x="926672" y="1453007"/>
                  <a:pt x="998037" y="1886551"/>
                </a:cubicBezTo>
                <a:cubicBezTo>
                  <a:pt x="957192" y="1890993"/>
                  <a:pt x="910226" y="1892254"/>
                  <a:pt x="871682" y="1886551"/>
                </a:cubicBezTo>
                <a:cubicBezTo>
                  <a:pt x="900212" y="1470477"/>
                  <a:pt x="885227" y="1205920"/>
                  <a:pt x="871682" y="1014869"/>
                </a:cubicBezTo>
                <a:cubicBezTo>
                  <a:pt x="678222" y="1052749"/>
                  <a:pt x="371283" y="1038878"/>
                  <a:pt x="0" y="1014869"/>
                </a:cubicBezTo>
                <a:cubicBezTo>
                  <a:pt x="7573" y="960095"/>
                  <a:pt x="-108" y="893456"/>
                  <a:pt x="0" y="871682"/>
                </a:cubicBezTo>
                <a:close/>
              </a:path>
              <a:path w="1869719" h="1886551" stroke="0" extrusionOk="0">
                <a:moveTo>
                  <a:pt x="0" y="871682"/>
                </a:moveTo>
                <a:cubicBezTo>
                  <a:pt x="344289" y="885060"/>
                  <a:pt x="600800" y="905684"/>
                  <a:pt x="871682" y="871682"/>
                </a:cubicBezTo>
                <a:cubicBezTo>
                  <a:pt x="931893" y="628664"/>
                  <a:pt x="943650" y="370527"/>
                  <a:pt x="871682" y="0"/>
                </a:cubicBezTo>
                <a:cubicBezTo>
                  <a:pt x="893890" y="9838"/>
                  <a:pt x="946111" y="7517"/>
                  <a:pt x="998037" y="0"/>
                </a:cubicBezTo>
                <a:cubicBezTo>
                  <a:pt x="992055" y="159455"/>
                  <a:pt x="932820" y="532460"/>
                  <a:pt x="998037" y="871682"/>
                </a:cubicBezTo>
                <a:cubicBezTo>
                  <a:pt x="1357843" y="820993"/>
                  <a:pt x="1686362" y="905907"/>
                  <a:pt x="1869719" y="871682"/>
                </a:cubicBezTo>
                <a:cubicBezTo>
                  <a:pt x="1875174" y="925174"/>
                  <a:pt x="1873986" y="947346"/>
                  <a:pt x="1869719" y="1014869"/>
                </a:cubicBezTo>
                <a:cubicBezTo>
                  <a:pt x="1764808" y="1082825"/>
                  <a:pt x="1290886" y="1035898"/>
                  <a:pt x="998037" y="1014869"/>
                </a:cubicBezTo>
                <a:cubicBezTo>
                  <a:pt x="975473" y="1296156"/>
                  <a:pt x="935667" y="1781961"/>
                  <a:pt x="998037" y="1886551"/>
                </a:cubicBezTo>
                <a:cubicBezTo>
                  <a:pt x="962951" y="1880256"/>
                  <a:pt x="921537" y="1889798"/>
                  <a:pt x="871682" y="1886551"/>
                </a:cubicBezTo>
                <a:cubicBezTo>
                  <a:pt x="818077" y="1555126"/>
                  <a:pt x="859397" y="1130088"/>
                  <a:pt x="871682" y="1014869"/>
                </a:cubicBezTo>
                <a:cubicBezTo>
                  <a:pt x="608586" y="952921"/>
                  <a:pt x="306780" y="1005001"/>
                  <a:pt x="0" y="1014869"/>
                </a:cubicBezTo>
                <a:cubicBezTo>
                  <a:pt x="-3635" y="972697"/>
                  <a:pt x="-10926" y="894203"/>
                  <a:pt x="0" y="871682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3129110413">
                  <a:prstGeom prst="plus">
                    <a:avLst>
                      <a:gd name="adj" fmla="val 46621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445914FA-79B4-45B7-AD62-654903C3C42B}"/>
              </a:ext>
            </a:extLst>
          </p:cNvPr>
          <p:cNvSpPr/>
          <p:nvPr userDrawn="1"/>
        </p:nvSpPr>
        <p:spPr>
          <a:xfrm>
            <a:off x="7090921" y="4792728"/>
            <a:ext cx="1253486" cy="1236539"/>
          </a:xfrm>
          <a:custGeom>
            <a:avLst/>
            <a:gdLst>
              <a:gd name="csX0" fmla="*/ 0 w 1253486"/>
              <a:gd name="csY0" fmla="*/ 618270 h 1236539"/>
              <a:gd name="csX1" fmla="*/ 626743 w 1253486"/>
              <a:gd name="csY1" fmla="*/ 0 h 1236539"/>
              <a:gd name="csX2" fmla="*/ 1253486 w 1253486"/>
              <a:gd name="csY2" fmla="*/ 618270 h 1236539"/>
              <a:gd name="csX3" fmla="*/ 626743 w 1253486"/>
              <a:gd name="csY3" fmla="*/ 1236540 h 1236539"/>
              <a:gd name="csX4" fmla="*/ 0 w 1253486"/>
              <a:gd name="csY4" fmla="*/ 618270 h 12365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53486" h="1236539" extrusionOk="0">
                <a:moveTo>
                  <a:pt x="0" y="618270"/>
                </a:moveTo>
                <a:cubicBezTo>
                  <a:pt x="11333" y="288976"/>
                  <a:pt x="265442" y="19656"/>
                  <a:pt x="626743" y="0"/>
                </a:cubicBezTo>
                <a:cubicBezTo>
                  <a:pt x="963521" y="-49908"/>
                  <a:pt x="1223269" y="275473"/>
                  <a:pt x="1253486" y="618270"/>
                </a:cubicBezTo>
                <a:cubicBezTo>
                  <a:pt x="1256702" y="984230"/>
                  <a:pt x="1029945" y="1242942"/>
                  <a:pt x="626743" y="1236540"/>
                </a:cubicBezTo>
                <a:cubicBezTo>
                  <a:pt x="282897" y="1246744"/>
                  <a:pt x="5423" y="961932"/>
                  <a:pt x="0" y="618270"/>
                </a:cubicBezTo>
                <a:close/>
              </a:path>
            </a:pathLst>
          </a:custGeom>
          <a:noFill/>
          <a:ln w="7620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678478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68165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形レイアウト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E4981D-F3E1-A957-C0E7-47018581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697"/>
            <a:ext cx="8268093" cy="457044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78F53E-4C54-5978-324C-CDA5322A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0803" y="277657"/>
            <a:ext cx="838200" cy="365125"/>
          </a:xfr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8D1BC46D-89B1-41A3-BBA1-F56BEABD0A9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EA1512E1-AAA0-AB04-C190-127E06041E34}"/>
              </a:ext>
            </a:extLst>
          </p:cNvPr>
          <p:cNvSpPr txBox="1">
            <a:spLocks/>
          </p:cNvSpPr>
          <p:nvPr userDrawn="1"/>
        </p:nvSpPr>
        <p:spPr>
          <a:xfrm>
            <a:off x="558800" y="1015999"/>
            <a:ext cx="11099800" cy="938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dirty="0"/>
              <a:t>寸法や色は場合に応じて調整しましょう</a:t>
            </a: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4918279A-9D5F-83FE-1814-3178B5023072}"/>
              </a:ext>
            </a:extLst>
          </p:cNvPr>
          <p:cNvGrpSpPr/>
          <p:nvPr userDrawn="1"/>
        </p:nvGrpSpPr>
        <p:grpSpPr>
          <a:xfrm rot="3516666">
            <a:off x="1083666" y="2853387"/>
            <a:ext cx="1201975" cy="1567649"/>
            <a:chOff x="2664127" y="3374455"/>
            <a:chExt cx="1201975" cy="1567649"/>
          </a:xfrm>
        </p:grpSpPr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18040CFA-D83A-6E36-349E-8029AD4E1E72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6" name="フリーフォーム: 図形 25">
              <a:extLst>
                <a:ext uri="{FF2B5EF4-FFF2-40B4-BE49-F238E27FC236}">
                  <a16:creationId xmlns:a16="http://schemas.microsoft.com/office/drawing/2014/main" id="{3687799F-5AF2-5645-A10F-4C5CDA1D9A63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F5AD321D-70F5-E363-267F-4BBAB259B4A9}"/>
              </a:ext>
            </a:extLst>
          </p:cNvPr>
          <p:cNvGrpSpPr/>
          <p:nvPr userDrawn="1"/>
        </p:nvGrpSpPr>
        <p:grpSpPr>
          <a:xfrm>
            <a:off x="3762700" y="2453659"/>
            <a:ext cx="851900" cy="2201196"/>
            <a:chOff x="4004187" y="2684206"/>
            <a:chExt cx="851900" cy="2201196"/>
          </a:xfrm>
        </p:grpSpPr>
        <p:sp>
          <p:nvSpPr>
            <p:cNvPr id="28" name="二等辺三角形 27">
              <a:extLst>
                <a:ext uri="{FF2B5EF4-FFF2-40B4-BE49-F238E27FC236}">
                  <a16:creationId xmlns:a16="http://schemas.microsoft.com/office/drawing/2014/main" id="{3504BEE9-9870-07CE-A77A-85412E49817D}"/>
                </a:ext>
              </a:extLst>
            </p:cNvPr>
            <p:cNvSpPr/>
            <p:nvPr/>
          </p:nvSpPr>
          <p:spPr>
            <a:xfrm>
              <a:off x="4004187" y="2684206"/>
              <a:ext cx="851900" cy="405581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二等辺三角形 28">
              <a:extLst>
                <a:ext uri="{FF2B5EF4-FFF2-40B4-BE49-F238E27FC236}">
                  <a16:creationId xmlns:a16="http://schemas.microsoft.com/office/drawing/2014/main" id="{A554CA98-8948-1722-CD68-C4A9D570C584}"/>
                </a:ext>
              </a:extLst>
            </p:cNvPr>
            <p:cNvSpPr/>
            <p:nvPr/>
          </p:nvSpPr>
          <p:spPr>
            <a:xfrm rot="10800000">
              <a:off x="4172039" y="4653111"/>
              <a:ext cx="516194" cy="232291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台形 29">
              <a:extLst>
                <a:ext uri="{FF2B5EF4-FFF2-40B4-BE49-F238E27FC236}">
                  <a16:creationId xmlns:a16="http://schemas.microsoft.com/office/drawing/2014/main" id="{B55A3034-20E4-4ADF-56C0-2C631235A2B9}"/>
                </a:ext>
              </a:extLst>
            </p:cNvPr>
            <p:cNvSpPr/>
            <p:nvPr/>
          </p:nvSpPr>
          <p:spPr>
            <a:xfrm rot="10800000">
              <a:off x="4274402" y="3082408"/>
              <a:ext cx="311469" cy="1570703"/>
            </a:xfrm>
            <a:prstGeom prst="trapezoid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C7512737-BE58-C547-5118-A42DD86BD822}"/>
              </a:ext>
            </a:extLst>
          </p:cNvPr>
          <p:cNvGrpSpPr/>
          <p:nvPr userDrawn="1"/>
        </p:nvGrpSpPr>
        <p:grpSpPr>
          <a:xfrm>
            <a:off x="5262743" y="3209365"/>
            <a:ext cx="2359742" cy="1445491"/>
            <a:chOff x="4837472" y="2490841"/>
            <a:chExt cx="2359742" cy="1445491"/>
          </a:xfrm>
        </p:grpSpPr>
        <p:sp>
          <p:nvSpPr>
            <p:cNvPr id="32" name="四角形: 角を丸くする 31">
              <a:extLst>
                <a:ext uri="{FF2B5EF4-FFF2-40B4-BE49-F238E27FC236}">
                  <a16:creationId xmlns:a16="http://schemas.microsoft.com/office/drawing/2014/main" id="{233F5D7F-64E3-9407-78B4-FAE25F6CDACB}"/>
                </a:ext>
              </a:extLst>
            </p:cNvPr>
            <p:cNvSpPr/>
            <p:nvPr/>
          </p:nvSpPr>
          <p:spPr>
            <a:xfrm>
              <a:off x="4837472" y="2490841"/>
              <a:ext cx="2359742" cy="938159"/>
            </a:xfrm>
            <a:prstGeom prst="roundRect">
              <a:avLst>
                <a:gd name="adj" fmla="val 10379"/>
              </a:avLst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3" name="二等辺三角形 32">
              <a:extLst>
                <a:ext uri="{FF2B5EF4-FFF2-40B4-BE49-F238E27FC236}">
                  <a16:creationId xmlns:a16="http://schemas.microsoft.com/office/drawing/2014/main" id="{AE5B25B4-830C-F565-701E-7B3D8EF0A3D5}"/>
                </a:ext>
              </a:extLst>
            </p:cNvPr>
            <p:cNvSpPr/>
            <p:nvPr/>
          </p:nvSpPr>
          <p:spPr>
            <a:xfrm rot="11901755">
              <a:off x="4948538" y="3335420"/>
              <a:ext cx="213186" cy="600912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ABC99292-5B3A-39EC-B0CA-F64C7E3424EF}"/>
              </a:ext>
            </a:extLst>
          </p:cNvPr>
          <p:cNvGrpSpPr/>
          <p:nvPr userDrawn="1"/>
        </p:nvGrpSpPr>
        <p:grpSpPr>
          <a:xfrm>
            <a:off x="2672807" y="2453659"/>
            <a:ext cx="840658" cy="2492477"/>
            <a:chOff x="7800489" y="2818451"/>
            <a:chExt cx="840658" cy="2492477"/>
          </a:xfrm>
        </p:grpSpPr>
        <p:sp>
          <p:nvSpPr>
            <p:cNvPr id="35" name="二等辺三角形 34">
              <a:extLst>
                <a:ext uri="{FF2B5EF4-FFF2-40B4-BE49-F238E27FC236}">
                  <a16:creationId xmlns:a16="http://schemas.microsoft.com/office/drawing/2014/main" id="{77F7F590-718D-D8F1-5230-5A3DAD37ED7B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二等辺三角形 35">
              <a:extLst>
                <a:ext uri="{FF2B5EF4-FFF2-40B4-BE49-F238E27FC236}">
                  <a16:creationId xmlns:a16="http://schemas.microsoft.com/office/drawing/2014/main" id="{4882E2DA-4C8E-08D3-32F4-26F06FF74CF7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A2C7AC8F-F791-7B05-2E9C-0DD57300600C}"/>
              </a:ext>
            </a:extLst>
          </p:cNvPr>
          <p:cNvCxnSpPr>
            <a:cxnSpLocks/>
          </p:cNvCxnSpPr>
          <p:nvPr userDrawn="1"/>
        </p:nvCxnSpPr>
        <p:spPr>
          <a:xfrm flipV="1">
            <a:off x="7466643" y="2683751"/>
            <a:ext cx="525780" cy="791898"/>
          </a:xfrm>
          <a:prstGeom prst="line">
            <a:avLst/>
          </a:prstGeom>
          <a:ln>
            <a:headEnd type="oval" w="lg" len="lg"/>
          </a:ln>
          <a:effectLst>
            <a:glow rad="88900">
              <a:srgbClr val="FFFFFF">
                <a:alpha val="87000"/>
              </a:srgbClr>
            </a:glo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8" name="楕円 37">
            <a:extLst>
              <a:ext uri="{FF2B5EF4-FFF2-40B4-BE49-F238E27FC236}">
                <a16:creationId xmlns:a16="http://schemas.microsoft.com/office/drawing/2014/main" id="{94A0D457-D1B5-AC80-EF68-979CF97AC4FB}"/>
              </a:ext>
            </a:extLst>
          </p:cNvPr>
          <p:cNvSpPr/>
          <p:nvPr userDrawn="1"/>
        </p:nvSpPr>
        <p:spPr>
          <a:xfrm>
            <a:off x="7831288" y="2120241"/>
            <a:ext cx="648000" cy="648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endParaRPr kumimoji="1" lang="ja-JP" altLang="en-US" sz="28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2CE1F30D-67D3-C19A-2EA8-2F95FADA6D9C}"/>
              </a:ext>
            </a:extLst>
          </p:cNvPr>
          <p:cNvGrpSpPr/>
          <p:nvPr userDrawn="1"/>
        </p:nvGrpSpPr>
        <p:grpSpPr>
          <a:xfrm>
            <a:off x="1308118" y="4654856"/>
            <a:ext cx="938304" cy="840658"/>
            <a:chOff x="1572269" y="4816089"/>
            <a:chExt cx="938304" cy="840658"/>
          </a:xfrm>
        </p:grpSpPr>
        <p:sp>
          <p:nvSpPr>
            <p:cNvPr id="40" name="二等辺三角形 39">
              <a:extLst>
                <a:ext uri="{FF2B5EF4-FFF2-40B4-BE49-F238E27FC236}">
                  <a16:creationId xmlns:a16="http://schemas.microsoft.com/office/drawing/2014/main" id="{E9780E46-C155-1EC1-3DEF-E0C579376EAA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1" name="フリーフォーム: 図形 40">
              <a:extLst>
                <a:ext uri="{FF2B5EF4-FFF2-40B4-BE49-F238E27FC236}">
                  <a16:creationId xmlns:a16="http://schemas.microsoft.com/office/drawing/2014/main" id="{4A4675F7-CCB9-B468-0A09-2934FCB49E7E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42" name="フリーフォーム: 図形 41">
            <a:extLst>
              <a:ext uri="{FF2B5EF4-FFF2-40B4-BE49-F238E27FC236}">
                <a16:creationId xmlns:a16="http://schemas.microsoft.com/office/drawing/2014/main" id="{9247C8B2-182C-C265-D9DF-AFFCDEB3F30C}"/>
              </a:ext>
            </a:extLst>
          </p:cNvPr>
          <p:cNvSpPr/>
          <p:nvPr userDrawn="1"/>
        </p:nvSpPr>
        <p:spPr>
          <a:xfrm>
            <a:off x="1256388" y="6352685"/>
            <a:ext cx="1380066" cy="202200"/>
          </a:xfrm>
          <a:custGeom>
            <a:avLst/>
            <a:gdLst>
              <a:gd name="csX0" fmla="*/ 0 w 1380066"/>
              <a:gd name="csY0" fmla="*/ 202199 h 202200"/>
              <a:gd name="csX1" fmla="*/ 1380066 w 1380066"/>
              <a:gd name="csY1" fmla="*/ 0 h 202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80066" h="202200" extrusionOk="0">
                <a:moveTo>
                  <a:pt x="0" y="202199"/>
                </a:moveTo>
                <a:cubicBezTo>
                  <a:pt x="579868" y="55242"/>
                  <a:pt x="825186" y="128242"/>
                  <a:pt x="1380066" y="0"/>
                </a:cubicBezTo>
              </a:path>
            </a:pathLst>
          </a:custGeom>
          <a:noFill/>
          <a:ln cap="rnd">
            <a:solidFill>
              <a:schemeClr val="accent4"/>
            </a:solidFill>
            <a:round/>
            <a:headEnd type="none" w="med" len="med"/>
            <a:tailEnd type="arrow" w="lg" len="lg"/>
            <a:extLst>
              <a:ext uri="{C807C97D-BFC1-408E-A445-0C87EB9F89A2}">
                <ask:lineSketchStyleProps xmlns:ask="http://schemas.microsoft.com/office/drawing/2018/sketchyshapes" sd="697022472">
                  <a:custGeom>
                    <a:avLst/>
                    <a:gdLst>
                      <a:gd name="connsiteX0" fmla="*/ 0 w 2709333"/>
                      <a:gd name="connsiteY0" fmla="*/ 321732 h 321733"/>
                      <a:gd name="connsiteX1" fmla="*/ 1245419 w 2709333"/>
                      <a:gd name="connsiteY1" fmla="*/ 105712 h 321733"/>
                      <a:gd name="connsiteX2" fmla="*/ 2709333 w 2709333"/>
                      <a:gd name="connsiteY2" fmla="*/ 0 h 321733"/>
                      <a:gd name="connsiteX0" fmla="*/ 0 w 2709333"/>
                      <a:gd name="connsiteY0" fmla="*/ 321732 h 321732"/>
                      <a:gd name="connsiteX1" fmla="*/ 2709333 w 2709333"/>
                      <a:gd name="connsiteY1" fmla="*/ 0 h 3217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709333" h="321732" extrusionOk="0">
                        <a:moveTo>
                          <a:pt x="0" y="321732"/>
                        </a:moveTo>
                        <a:lnTo>
                          <a:pt x="2709333" y="0"/>
                        </a:ln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右大かっこ 42">
            <a:extLst>
              <a:ext uri="{FF2B5EF4-FFF2-40B4-BE49-F238E27FC236}">
                <a16:creationId xmlns:a16="http://schemas.microsoft.com/office/drawing/2014/main" id="{71025FB8-A1A7-CE8E-2E34-590F6B4B549B}"/>
              </a:ext>
            </a:extLst>
          </p:cNvPr>
          <p:cNvSpPr/>
          <p:nvPr userDrawn="1"/>
        </p:nvSpPr>
        <p:spPr>
          <a:xfrm>
            <a:off x="10875218" y="3429000"/>
            <a:ext cx="75875" cy="2144636"/>
          </a:xfrm>
          <a:custGeom>
            <a:avLst/>
            <a:gdLst>
              <a:gd name="csX0" fmla="*/ 0 w 75875"/>
              <a:gd name="csY0" fmla="*/ 0 h 2144636"/>
              <a:gd name="csX1" fmla="*/ 75875 w 75875"/>
              <a:gd name="csY1" fmla="*/ 6323 h 2144636"/>
              <a:gd name="csX2" fmla="*/ 75875 w 75875"/>
              <a:gd name="csY2" fmla="*/ 2138313 h 2144636"/>
              <a:gd name="csX3" fmla="*/ 0 w 75875"/>
              <a:gd name="csY3" fmla="*/ 2144636 h 2144636"/>
              <a:gd name="csX4" fmla="*/ 0 w 75875"/>
              <a:gd name="csY4" fmla="*/ 0 h 2144636"/>
              <a:gd name="csX0" fmla="*/ 0 w 75875"/>
              <a:gd name="csY0" fmla="*/ 0 h 2144636"/>
              <a:gd name="csX1" fmla="*/ 75875 w 75875"/>
              <a:gd name="csY1" fmla="*/ 6323 h 2144636"/>
              <a:gd name="csX2" fmla="*/ 75875 w 75875"/>
              <a:gd name="csY2" fmla="*/ 2138313 h 2144636"/>
              <a:gd name="csX3" fmla="*/ 0 w 75875"/>
              <a:gd name="csY3" fmla="*/ 2144636 h 2144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5875" h="2144636" stroke="0" extrusionOk="0">
                <a:moveTo>
                  <a:pt x="0" y="0"/>
                </a:moveTo>
                <a:cubicBezTo>
                  <a:pt x="42231" y="260"/>
                  <a:pt x="75694" y="3473"/>
                  <a:pt x="75875" y="6323"/>
                </a:cubicBezTo>
                <a:cubicBezTo>
                  <a:pt x="36033" y="809005"/>
                  <a:pt x="117564" y="1463863"/>
                  <a:pt x="75875" y="2138313"/>
                </a:cubicBezTo>
                <a:cubicBezTo>
                  <a:pt x="75472" y="2141552"/>
                  <a:pt x="38285" y="2141821"/>
                  <a:pt x="0" y="2144636"/>
                </a:cubicBezTo>
                <a:cubicBezTo>
                  <a:pt x="132240" y="1282501"/>
                  <a:pt x="-92512" y="751834"/>
                  <a:pt x="0" y="0"/>
                </a:cubicBezTo>
                <a:close/>
              </a:path>
              <a:path w="75875" h="2144636" fill="none" extrusionOk="0">
                <a:moveTo>
                  <a:pt x="0" y="0"/>
                </a:moveTo>
                <a:cubicBezTo>
                  <a:pt x="42382" y="80"/>
                  <a:pt x="76249" y="3222"/>
                  <a:pt x="75875" y="6323"/>
                </a:cubicBezTo>
                <a:cubicBezTo>
                  <a:pt x="-24092" y="939947"/>
                  <a:pt x="-16176" y="1075997"/>
                  <a:pt x="75875" y="2138313"/>
                </a:cubicBezTo>
                <a:cubicBezTo>
                  <a:pt x="70834" y="2143479"/>
                  <a:pt x="44604" y="2144902"/>
                  <a:pt x="0" y="2144636"/>
                </a:cubicBezTo>
              </a:path>
              <a:path w="75875" h="2144636" fill="none" stroke="0" extrusionOk="0">
                <a:moveTo>
                  <a:pt x="0" y="0"/>
                </a:moveTo>
                <a:cubicBezTo>
                  <a:pt x="42098" y="-180"/>
                  <a:pt x="76088" y="3017"/>
                  <a:pt x="75875" y="6323"/>
                </a:cubicBezTo>
                <a:cubicBezTo>
                  <a:pt x="233756" y="726300"/>
                  <a:pt x="144075" y="1627586"/>
                  <a:pt x="75875" y="2138313"/>
                </a:cubicBezTo>
                <a:cubicBezTo>
                  <a:pt x="81323" y="2141035"/>
                  <a:pt x="43270" y="2142597"/>
                  <a:pt x="0" y="2144636"/>
                </a:cubicBezTo>
              </a:path>
            </a:pathLst>
          </a:custGeom>
          <a:ln w="19050"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43512134">
                  <a:prstGeom prst="rightBracke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BEC562EF-C993-6BA6-27AB-5AA25964F385}"/>
              </a:ext>
            </a:extLst>
          </p:cNvPr>
          <p:cNvSpPr txBox="1"/>
          <p:nvPr userDrawn="1"/>
        </p:nvSpPr>
        <p:spPr>
          <a:xfrm>
            <a:off x="8613397" y="3987244"/>
            <a:ext cx="1716014" cy="369332"/>
          </a:xfrm>
          <a:prstGeom prst="rect">
            <a:avLst/>
          </a:prstGeom>
          <a:solidFill>
            <a:srgbClr val="46877B"/>
          </a:solidFill>
        </p:spPr>
        <p:txBody>
          <a:bodyPr wrap="square">
            <a:spAutoFit/>
          </a:bodyPr>
          <a:lstStyle/>
          <a:p>
            <a:r>
              <a:rPr lang="en-US" altLang="ja-JP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何かの見出し</a:t>
            </a:r>
          </a:p>
        </p:txBody>
      </p:sp>
      <p:sp>
        <p:nvSpPr>
          <p:cNvPr id="45" name="フリーフォーム: 図形 44">
            <a:extLst>
              <a:ext uri="{FF2B5EF4-FFF2-40B4-BE49-F238E27FC236}">
                <a16:creationId xmlns:a16="http://schemas.microsoft.com/office/drawing/2014/main" id="{AE5FE25F-0D28-6F9E-AD72-3FC5C6312CD5}"/>
              </a:ext>
            </a:extLst>
          </p:cNvPr>
          <p:cNvSpPr/>
          <p:nvPr userDrawn="1"/>
        </p:nvSpPr>
        <p:spPr>
          <a:xfrm rot="2149832">
            <a:off x="1232946" y="5356494"/>
            <a:ext cx="1116215" cy="1248435"/>
          </a:xfrm>
          <a:custGeom>
            <a:avLst/>
            <a:gdLst>
              <a:gd name="connsiteX0" fmla="*/ 0 w 6381750"/>
              <a:gd name="connsiteY0" fmla="*/ 87460 h 350919"/>
              <a:gd name="connsiteX1" fmla="*/ 508000 w 6381750"/>
              <a:gd name="connsiteY1" fmla="*/ 258910 h 350919"/>
              <a:gd name="connsiteX2" fmla="*/ 908050 w 6381750"/>
              <a:gd name="connsiteY2" fmla="*/ 125560 h 350919"/>
              <a:gd name="connsiteX3" fmla="*/ 1314450 w 6381750"/>
              <a:gd name="connsiteY3" fmla="*/ 252560 h 350919"/>
              <a:gd name="connsiteX4" fmla="*/ 2032000 w 6381750"/>
              <a:gd name="connsiteY4" fmla="*/ 4910 h 350919"/>
              <a:gd name="connsiteX5" fmla="*/ 2635250 w 6381750"/>
              <a:gd name="connsiteY5" fmla="*/ 100160 h 350919"/>
              <a:gd name="connsiteX6" fmla="*/ 3943350 w 6381750"/>
              <a:gd name="connsiteY6" fmla="*/ 252560 h 350919"/>
              <a:gd name="connsiteX7" fmla="*/ 4648200 w 6381750"/>
              <a:gd name="connsiteY7" fmla="*/ 347810 h 350919"/>
              <a:gd name="connsiteX8" fmla="*/ 5308600 w 6381750"/>
              <a:gd name="connsiteY8" fmla="*/ 138260 h 350919"/>
              <a:gd name="connsiteX9" fmla="*/ 6381750 w 6381750"/>
              <a:gd name="connsiteY9" fmla="*/ 87460 h 350919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84727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908050 w 6381750"/>
              <a:gd name="connsiteY1" fmla="*/ 122827 h 347987"/>
              <a:gd name="connsiteX2" fmla="*/ 1314450 w 6381750"/>
              <a:gd name="connsiteY2" fmla="*/ 249827 h 347987"/>
              <a:gd name="connsiteX3" fmla="*/ 2032000 w 6381750"/>
              <a:gd name="connsiteY3" fmla="*/ 2177 h 347987"/>
              <a:gd name="connsiteX4" fmla="*/ 2876550 w 6381750"/>
              <a:gd name="connsiteY4" fmla="*/ 135527 h 347987"/>
              <a:gd name="connsiteX5" fmla="*/ 3943350 w 6381750"/>
              <a:gd name="connsiteY5" fmla="*/ 249827 h 347987"/>
              <a:gd name="connsiteX6" fmla="*/ 4648200 w 6381750"/>
              <a:gd name="connsiteY6" fmla="*/ 345077 h 347987"/>
              <a:gd name="connsiteX7" fmla="*/ 5308600 w 6381750"/>
              <a:gd name="connsiteY7" fmla="*/ 135527 h 347987"/>
              <a:gd name="connsiteX8" fmla="*/ 6381750 w 6381750"/>
              <a:gd name="connsiteY8" fmla="*/ 143994 h 347987"/>
              <a:gd name="connsiteX0" fmla="*/ 0 w 6381750"/>
              <a:gd name="connsiteY0" fmla="*/ 84727 h 347987"/>
              <a:gd name="connsiteX1" fmla="*/ 1314450 w 6381750"/>
              <a:gd name="connsiteY1" fmla="*/ 249827 h 347987"/>
              <a:gd name="connsiteX2" fmla="*/ 2032000 w 6381750"/>
              <a:gd name="connsiteY2" fmla="*/ 2177 h 347987"/>
              <a:gd name="connsiteX3" fmla="*/ 2876550 w 6381750"/>
              <a:gd name="connsiteY3" fmla="*/ 135527 h 347987"/>
              <a:gd name="connsiteX4" fmla="*/ 3943350 w 6381750"/>
              <a:gd name="connsiteY4" fmla="*/ 249827 h 347987"/>
              <a:gd name="connsiteX5" fmla="*/ 4648200 w 6381750"/>
              <a:gd name="connsiteY5" fmla="*/ 345077 h 347987"/>
              <a:gd name="connsiteX6" fmla="*/ 5308600 w 6381750"/>
              <a:gd name="connsiteY6" fmla="*/ 135527 h 347987"/>
              <a:gd name="connsiteX7" fmla="*/ 6381750 w 6381750"/>
              <a:gd name="connsiteY7" fmla="*/ 143994 h 347987"/>
              <a:gd name="connsiteX0" fmla="*/ 0 w 6381750"/>
              <a:gd name="connsiteY0" fmla="*/ 83224 h 346484"/>
              <a:gd name="connsiteX1" fmla="*/ 2032000 w 6381750"/>
              <a:gd name="connsiteY1" fmla="*/ 674 h 346484"/>
              <a:gd name="connsiteX2" fmla="*/ 2876550 w 6381750"/>
              <a:gd name="connsiteY2" fmla="*/ 134024 h 346484"/>
              <a:gd name="connsiteX3" fmla="*/ 3943350 w 6381750"/>
              <a:gd name="connsiteY3" fmla="*/ 248324 h 346484"/>
              <a:gd name="connsiteX4" fmla="*/ 4648200 w 6381750"/>
              <a:gd name="connsiteY4" fmla="*/ 343574 h 346484"/>
              <a:gd name="connsiteX5" fmla="*/ 5308600 w 6381750"/>
              <a:gd name="connsiteY5" fmla="*/ 134024 h 346484"/>
              <a:gd name="connsiteX6" fmla="*/ 6381750 w 6381750"/>
              <a:gd name="connsiteY6" fmla="*/ 142491 h 346484"/>
              <a:gd name="connsiteX0" fmla="*/ 0 w 6381750"/>
              <a:gd name="connsiteY0" fmla="*/ 0 h 263260"/>
              <a:gd name="connsiteX1" fmla="*/ 2876550 w 6381750"/>
              <a:gd name="connsiteY1" fmla="*/ 50800 h 263260"/>
              <a:gd name="connsiteX2" fmla="*/ 3943350 w 6381750"/>
              <a:gd name="connsiteY2" fmla="*/ 165100 h 263260"/>
              <a:gd name="connsiteX3" fmla="*/ 4648200 w 6381750"/>
              <a:gd name="connsiteY3" fmla="*/ 260350 h 263260"/>
              <a:gd name="connsiteX4" fmla="*/ 5308600 w 6381750"/>
              <a:gd name="connsiteY4" fmla="*/ 50800 h 263260"/>
              <a:gd name="connsiteX5" fmla="*/ 6381750 w 6381750"/>
              <a:gd name="connsiteY5" fmla="*/ 59267 h 263260"/>
              <a:gd name="connsiteX0" fmla="*/ 0 w 6381750"/>
              <a:gd name="connsiteY0" fmla="*/ 0 h 263260"/>
              <a:gd name="connsiteX1" fmla="*/ 3943350 w 6381750"/>
              <a:gd name="connsiteY1" fmla="*/ 165100 h 263260"/>
              <a:gd name="connsiteX2" fmla="*/ 4648200 w 6381750"/>
              <a:gd name="connsiteY2" fmla="*/ 260350 h 263260"/>
              <a:gd name="connsiteX3" fmla="*/ 5308600 w 6381750"/>
              <a:gd name="connsiteY3" fmla="*/ 50800 h 263260"/>
              <a:gd name="connsiteX4" fmla="*/ 6381750 w 6381750"/>
              <a:gd name="connsiteY4" fmla="*/ 59267 h 263260"/>
              <a:gd name="connsiteX0" fmla="*/ 0 w 6381750"/>
              <a:gd name="connsiteY0" fmla="*/ 0 h 260350"/>
              <a:gd name="connsiteX1" fmla="*/ 4648200 w 6381750"/>
              <a:gd name="connsiteY1" fmla="*/ 260350 h 260350"/>
              <a:gd name="connsiteX2" fmla="*/ 5308600 w 6381750"/>
              <a:gd name="connsiteY2" fmla="*/ 50800 h 260350"/>
              <a:gd name="connsiteX3" fmla="*/ 6381750 w 6381750"/>
              <a:gd name="connsiteY3" fmla="*/ 59267 h 260350"/>
              <a:gd name="connsiteX0" fmla="*/ 0 w 6381750"/>
              <a:gd name="connsiteY0" fmla="*/ 0 h 59267"/>
              <a:gd name="connsiteX1" fmla="*/ 5308600 w 6381750"/>
              <a:gd name="connsiteY1" fmla="*/ 50800 h 59267"/>
              <a:gd name="connsiteX2" fmla="*/ 6381750 w 6381750"/>
              <a:gd name="connsiteY2" fmla="*/ 59267 h 59267"/>
              <a:gd name="connsiteX0" fmla="*/ 0 w 6381750"/>
              <a:gd name="connsiteY0" fmla="*/ 0 h 1124584"/>
              <a:gd name="connsiteX1" fmla="*/ 4528057 w 6381750"/>
              <a:gd name="connsiteY1" fmla="*/ 1124584 h 1124584"/>
              <a:gd name="connsiteX2" fmla="*/ 6381750 w 6381750"/>
              <a:gd name="connsiteY2" fmla="*/ 59267 h 1124584"/>
              <a:gd name="connsiteX0" fmla="*/ 0 w 3161177"/>
              <a:gd name="connsiteY0" fmla="*/ 2112889 h 2112889"/>
              <a:gd name="connsiteX1" fmla="*/ 1307484 w 3161177"/>
              <a:gd name="connsiteY1" fmla="*/ 1067394 h 2112889"/>
              <a:gd name="connsiteX2" fmla="*/ 3161177 w 3161177"/>
              <a:gd name="connsiteY2" fmla="*/ 2077 h 2112889"/>
              <a:gd name="connsiteX0" fmla="*/ 0 w 3161177"/>
              <a:gd name="connsiteY0" fmla="*/ 2110812 h 2110812"/>
              <a:gd name="connsiteX1" fmla="*/ 3161177 w 3161177"/>
              <a:gd name="connsiteY1" fmla="*/ 0 h 2110812"/>
              <a:gd name="connsiteX0" fmla="*/ 0 w 1482258"/>
              <a:gd name="connsiteY0" fmla="*/ 903680 h 903680"/>
              <a:gd name="connsiteX1" fmla="*/ 1482258 w 1482258"/>
              <a:gd name="connsiteY1" fmla="*/ 0 h 90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82258" h="903680">
                <a:moveTo>
                  <a:pt x="0" y="903680"/>
                </a:moveTo>
                <a:lnTo>
                  <a:pt x="1482258" y="0"/>
                </a:lnTo>
              </a:path>
            </a:pathLst>
          </a:custGeom>
          <a:noFill/>
          <a:ln w="57150">
            <a:solidFill>
              <a:schemeClr val="accent2"/>
            </a:solidFill>
            <a:tailEnd type="triangle"/>
          </a:ln>
          <a:effectLst>
            <a:glow rad="635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6" name="矢印: 右 45">
            <a:extLst>
              <a:ext uri="{FF2B5EF4-FFF2-40B4-BE49-F238E27FC236}">
                <a16:creationId xmlns:a16="http://schemas.microsoft.com/office/drawing/2014/main" id="{466FF7BF-8733-71B2-6B3E-B2EE9F48E24F}"/>
              </a:ext>
            </a:extLst>
          </p:cNvPr>
          <p:cNvSpPr/>
          <p:nvPr userDrawn="1"/>
        </p:nvSpPr>
        <p:spPr>
          <a:xfrm>
            <a:off x="3724405" y="5310395"/>
            <a:ext cx="1797864" cy="1126627"/>
          </a:xfrm>
          <a:custGeom>
            <a:avLst/>
            <a:gdLst>
              <a:gd name="csX0" fmla="*/ 0 w 1797864"/>
              <a:gd name="csY0" fmla="*/ 281657 h 1126627"/>
              <a:gd name="csX1" fmla="*/ 1234551 w 1797864"/>
              <a:gd name="csY1" fmla="*/ 281657 h 1126627"/>
              <a:gd name="csX2" fmla="*/ 1234551 w 1797864"/>
              <a:gd name="csY2" fmla="*/ 0 h 1126627"/>
              <a:gd name="csX3" fmla="*/ 1797864 w 1797864"/>
              <a:gd name="csY3" fmla="*/ 563314 h 1126627"/>
              <a:gd name="csX4" fmla="*/ 1234551 w 1797864"/>
              <a:gd name="csY4" fmla="*/ 1126627 h 1126627"/>
              <a:gd name="csX5" fmla="*/ 1234551 w 1797864"/>
              <a:gd name="csY5" fmla="*/ 844970 h 1126627"/>
              <a:gd name="csX6" fmla="*/ 0 w 1797864"/>
              <a:gd name="csY6" fmla="*/ 844970 h 1126627"/>
              <a:gd name="csX7" fmla="*/ 0 w 1797864"/>
              <a:gd name="csY7" fmla="*/ 281657 h 11266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797864" h="1126627" fill="none" extrusionOk="0">
                <a:moveTo>
                  <a:pt x="0" y="281657"/>
                </a:moveTo>
                <a:cubicBezTo>
                  <a:pt x="441140" y="341876"/>
                  <a:pt x="815292" y="313239"/>
                  <a:pt x="1234551" y="281657"/>
                </a:cubicBezTo>
                <a:cubicBezTo>
                  <a:pt x="1258466" y="194755"/>
                  <a:pt x="1214082" y="130057"/>
                  <a:pt x="1234551" y="0"/>
                </a:cubicBezTo>
                <a:cubicBezTo>
                  <a:pt x="1321461" y="170749"/>
                  <a:pt x="1683272" y="515097"/>
                  <a:pt x="1797864" y="563314"/>
                </a:cubicBezTo>
                <a:cubicBezTo>
                  <a:pt x="1683170" y="648249"/>
                  <a:pt x="1372263" y="1063564"/>
                  <a:pt x="1234551" y="1126627"/>
                </a:cubicBezTo>
                <a:cubicBezTo>
                  <a:pt x="1228919" y="1080683"/>
                  <a:pt x="1223293" y="925170"/>
                  <a:pt x="1234551" y="844970"/>
                </a:cubicBezTo>
                <a:cubicBezTo>
                  <a:pt x="625859" y="796345"/>
                  <a:pt x="503036" y="798970"/>
                  <a:pt x="0" y="844970"/>
                </a:cubicBezTo>
                <a:cubicBezTo>
                  <a:pt x="12149" y="711576"/>
                  <a:pt x="-34350" y="429484"/>
                  <a:pt x="0" y="281657"/>
                </a:cubicBezTo>
                <a:close/>
              </a:path>
              <a:path w="1797864" h="1126627" stroke="0" extrusionOk="0">
                <a:moveTo>
                  <a:pt x="0" y="281657"/>
                </a:moveTo>
                <a:cubicBezTo>
                  <a:pt x="501690" y="291445"/>
                  <a:pt x="664348" y="302673"/>
                  <a:pt x="1234551" y="281657"/>
                </a:cubicBezTo>
                <a:cubicBezTo>
                  <a:pt x="1244995" y="149561"/>
                  <a:pt x="1246456" y="46048"/>
                  <a:pt x="1234551" y="0"/>
                </a:cubicBezTo>
                <a:cubicBezTo>
                  <a:pt x="1416517" y="201720"/>
                  <a:pt x="1516224" y="323140"/>
                  <a:pt x="1797864" y="563314"/>
                </a:cubicBezTo>
                <a:cubicBezTo>
                  <a:pt x="1604474" y="781173"/>
                  <a:pt x="1263864" y="996785"/>
                  <a:pt x="1234551" y="1126627"/>
                </a:cubicBezTo>
                <a:cubicBezTo>
                  <a:pt x="1244859" y="1090226"/>
                  <a:pt x="1246547" y="961132"/>
                  <a:pt x="1234551" y="844970"/>
                </a:cubicBezTo>
                <a:cubicBezTo>
                  <a:pt x="826782" y="735023"/>
                  <a:pt x="170652" y="758181"/>
                  <a:pt x="0" y="844970"/>
                </a:cubicBezTo>
                <a:cubicBezTo>
                  <a:pt x="-923" y="604596"/>
                  <a:pt x="-16096" y="399535"/>
                  <a:pt x="0" y="281657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3864781296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フリーフォーム: 図形 46">
            <a:extLst>
              <a:ext uri="{FF2B5EF4-FFF2-40B4-BE49-F238E27FC236}">
                <a16:creationId xmlns:a16="http://schemas.microsoft.com/office/drawing/2014/main" id="{ACD936A2-EC75-0B60-5056-1BE76B11D5CC}"/>
              </a:ext>
            </a:extLst>
          </p:cNvPr>
          <p:cNvSpPr/>
          <p:nvPr userDrawn="1"/>
        </p:nvSpPr>
        <p:spPr>
          <a:xfrm>
            <a:off x="529301" y="2977937"/>
            <a:ext cx="2457450" cy="553401"/>
          </a:xfrm>
          <a:custGeom>
            <a:avLst/>
            <a:gdLst>
              <a:gd name="connsiteX0" fmla="*/ 0 w 2457450"/>
              <a:gd name="connsiteY0" fmla="*/ 553401 h 553401"/>
              <a:gd name="connsiteX1" fmla="*/ 1066800 w 2457450"/>
              <a:gd name="connsiteY1" fmla="*/ 48576 h 553401"/>
              <a:gd name="connsiteX2" fmla="*/ 2457450 w 2457450"/>
              <a:gd name="connsiteY2" fmla="*/ 48576 h 55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7450" h="553401">
                <a:moveTo>
                  <a:pt x="0" y="553401"/>
                </a:moveTo>
                <a:cubicBezTo>
                  <a:pt x="328612" y="343057"/>
                  <a:pt x="657225" y="132713"/>
                  <a:pt x="1066800" y="48576"/>
                </a:cubicBezTo>
                <a:cubicBezTo>
                  <a:pt x="1476375" y="-35561"/>
                  <a:pt x="1966912" y="6507"/>
                  <a:pt x="2457450" y="48576"/>
                </a:cubicBezTo>
              </a:path>
            </a:pathLst>
          </a:custGeom>
          <a:noFill/>
          <a:ln w="38100">
            <a:solidFill>
              <a:schemeClr val="accent4"/>
            </a:solidFill>
            <a:headEnd type="none" w="med" len="med"/>
            <a:tailEnd type="triangle" w="med" len="med"/>
          </a:ln>
          <a:effectLst>
            <a:glow rad="152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9989E7F2-8281-2C60-5704-0FE6C9FCB1ED}"/>
              </a:ext>
            </a:extLst>
          </p:cNvPr>
          <p:cNvGrpSpPr/>
          <p:nvPr userDrawn="1"/>
        </p:nvGrpSpPr>
        <p:grpSpPr>
          <a:xfrm>
            <a:off x="7701975" y="5031844"/>
            <a:ext cx="866523" cy="923145"/>
            <a:chOff x="5897144" y="3284788"/>
            <a:chExt cx="866523" cy="923145"/>
          </a:xfrm>
        </p:grpSpPr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546566B1-B6E5-D124-1949-E69F0C70C37B}"/>
                </a:ext>
              </a:extLst>
            </p:cNvPr>
            <p:cNvSpPr/>
            <p:nvPr/>
          </p:nvSpPr>
          <p:spPr>
            <a:xfrm>
              <a:off x="5897698" y="3332166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A1AC64BB-628E-5FB9-8AE5-9E24F61AD860}"/>
                </a:ext>
              </a:extLst>
            </p:cNvPr>
            <p:cNvSpPr/>
            <p:nvPr/>
          </p:nvSpPr>
          <p:spPr>
            <a:xfrm rot="4964407">
              <a:off x="5961743" y="3402000"/>
              <a:ext cx="777334" cy="542909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B0E863FB-B607-37A6-7ED3-6495D7CF3831}"/>
                </a:ext>
              </a:extLst>
            </p:cNvPr>
            <p:cNvSpPr/>
            <p:nvPr/>
          </p:nvSpPr>
          <p:spPr>
            <a:xfrm rot="8884375">
              <a:off x="5897144" y="3395723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フリーフォーム: 図形 51">
              <a:extLst>
                <a:ext uri="{FF2B5EF4-FFF2-40B4-BE49-F238E27FC236}">
                  <a16:creationId xmlns:a16="http://schemas.microsoft.com/office/drawing/2014/main" id="{466C67EA-2E0E-1C8E-B917-CC651E147C4F}"/>
                </a:ext>
              </a:extLst>
            </p:cNvPr>
            <p:cNvSpPr/>
            <p:nvPr/>
          </p:nvSpPr>
          <p:spPr>
            <a:xfrm rot="12451915">
              <a:off x="5920913" y="3415024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フリーフォーム: 図形 52">
              <a:extLst>
                <a:ext uri="{FF2B5EF4-FFF2-40B4-BE49-F238E27FC236}">
                  <a16:creationId xmlns:a16="http://schemas.microsoft.com/office/drawing/2014/main" id="{164C2256-08F8-9E72-4A9D-E18B6BD10964}"/>
                </a:ext>
              </a:extLst>
            </p:cNvPr>
            <p:cNvSpPr/>
            <p:nvPr/>
          </p:nvSpPr>
          <p:spPr>
            <a:xfrm rot="15479593">
              <a:off x="5960037" y="3712865"/>
              <a:ext cx="777334" cy="212802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995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カードのレイアウト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E4981D-F3E1-A957-C0E7-47018581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697"/>
            <a:ext cx="8268093" cy="457044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78F53E-4C54-5978-324C-CDA5322A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0803" y="277657"/>
            <a:ext cx="838200" cy="365125"/>
          </a:xfr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8D1BC46D-89B1-41A3-BBA1-F56BEABD0A9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37" name="タイトル 1">
            <a:extLst>
              <a:ext uri="{FF2B5EF4-FFF2-40B4-BE49-F238E27FC236}">
                <a16:creationId xmlns:a16="http://schemas.microsoft.com/office/drawing/2014/main" id="{78D1D0CB-61DB-45CF-BB98-F64E5CFFD78E}"/>
              </a:ext>
            </a:extLst>
          </p:cNvPr>
          <p:cNvSpPr txBox="1">
            <a:spLocks/>
          </p:cNvSpPr>
          <p:nvPr userDrawn="1"/>
        </p:nvSpPr>
        <p:spPr>
          <a:xfrm>
            <a:off x="558799" y="1015999"/>
            <a:ext cx="11357897" cy="938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dirty="0"/>
              <a:t>３つあることが一目でわかる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AC27BEE4-F578-4B7C-3107-334C7F6DE565}"/>
              </a:ext>
            </a:extLst>
          </p:cNvPr>
          <p:cNvSpPr/>
          <p:nvPr userDrawn="1"/>
        </p:nvSpPr>
        <p:spPr>
          <a:xfrm>
            <a:off x="471271" y="1994510"/>
            <a:ext cx="3649340" cy="462219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808B8C45-A79B-D0B5-1666-28B3A1E2AACE}"/>
              </a:ext>
            </a:extLst>
          </p:cNvPr>
          <p:cNvSpPr/>
          <p:nvPr userDrawn="1"/>
        </p:nvSpPr>
        <p:spPr>
          <a:xfrm>
            <a:off x="4314710" y="1987780"/>
            <a:ext cx="3649340" cy="462219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FB43B874-BAC5-6431-CF18-9FD1255EF69C}"/>
              </a:ext>
            </a:extLst>
          </p:cNvPr>
          <p:cNvSpPr/>
          <p:nvPr userDrawn="1"/>
        </p:nvSpPr>
        <p:spPr>
          <a:xfrm>
            <a:off x="8131938" y="1994510"/>
            <a:ext cx="3649340" cy="462219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B1BED511-DC1C-FCFC-05B2-2705A5A5A674}"/>
              </a:ext>
            </a:extLst>
          </p:cNvPr>
          <p:cNvSpPr txBox="1"/>
          <p:nvPr userDrawn="1"/>
        </p:nvSpPr>
        <p:spPr>
          <a:xfrm>
            <a:off x="531259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①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A118B43-1FF6-D4DB-0FA5-0D223AB8EB77}"/>
              </a:ext>
            </a:extLst>
          </p:cNvPr>
          <p:cNvSpPr txBox="1"/>
          <p:nvPr userDrawn="1"/>
        </p:nvSpPr>
        <p:spPr>
          <a:xfrm>
            <a:off x="4358102" y="200370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chemeClr val="tx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②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80115C9B-AF94-3AA9-D4B1-273F756A8021}"/>
              </a:ext>
            </a:extLst>
          </p:cNvPr>
          <p:cNvSpPr txBox="1"/>
          <p:nvPr userDrawn="1"/>
        </p:nvSpPr>
        <p:spPr>
          <a:xfrm>
            <a:off x="479700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カードの見出し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7ABBAA0E-0A58-311E-1871-5F14AC74BC0E}"/>
              </a:ext>
            </a:extLst>
          </p:cNvPr>
          <p:cNvSpPr txBox="1"/>
          <p:nvPr userDrawn="1"/>
        </p:nvSpPr>
        <p:spPr>
          <a:xfrm>
            <a:off x="4333110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chemeClr val="accent4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カードの見出し</a:t>
            </a:r>
            <a:endParaRPr kumimoji="1" lang="ja-JP" altLang="en-US" sz="2800" b="1" dirty="0">
              <a:solidFill>
                <a:schemeClr val="accent4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B64BFFD4-2363-328C-748D-22810C993372}"/>
              </a:ext>
            </a:extLst>
          </p:cNvPr>
          <p:cNvSpPr txBox="1"/>
          <p:nvPr userDrawn="1"/>
        </p:nvSpPr>
        <p:spPr>
          <a:xfrm>
            <a:off x="8202685" y="200370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③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129EFF9C-1D18-9203-835C-2566597BDF4A}"/>
              </a:ext>
            </a:extLst>
          </p:cNvPr>
          <p:cNvSpPr txBox="1"/>
          <p:nvPr userDrawn="1"/>
        </p:nvSpPr>
        <p:spPr>
          <a:xfrm>
            <a:off x="8148196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3456088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カードのレイアウト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E4981D-F3E1-A957-C0E7-47018581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697"/>
            <a:ext cx="8268093" cy="457044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78F53E-4C54-5978-324C-CDA5322A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0803" y="277657"/>
            <a:ext cx="838200" cy="365125"/>
          </a:xfr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8D1BC46D-89B1-41A3-BBA1-F56BEABD0A9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C22FC225-899F-8655-F094-A5DA76C5F319}"/>
              </a:ext>
            </a:extLst>
          </p:cNvPr>
          <p:cNvSpPr txBox="1">
            <a:spLocks/>
          </p:cNvSpPr>
          <p:nvPr userDrawn="1"/>
        </p:nvSpPr>
        <p:spPr>
          <a:xfrm>
            <a:off x="558799" y="1015999"/>
            <a:ext cx="11357897" cy="938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dirty="0"/>
              <a:t>順序関係がある場合は並列よりこちらが良い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7538261-C2D1-41CB-7CB2-9A50D54FF18B}"/>
              </a:ext>
            </a:extLst>
          </p:cNvPr>
          <p:cNvSpPr/>
          <p:nvPr userDrawn="1"/>
        </p:nvSpPr>
        <p:spPr>
          <a:xfrm>
            <a:off x="471270" y="1994510"/>
            <a:ext cx="4333735" cy="3452668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A6D927B-2C58-B14D-DE82-20F5194DECDF}"/>
              </a:ext>
            </a:extLst>
          </p:cNvPr>
          <p:cNvSpPr/>
          <p:nvPr userDrawn="1"/>
        </p:nvSpPr>
        <p:spPr>
          <a:xfrm>
            <a:off x="3975496" y="2474477"/>
            <a:ext cx="4333735" cy="3461104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D381E739-ED67-A5CF-172A-CAFDCB26D371}"/>
              </a:ext>
            </a:extLst>
          </p:cNvPr>
          <p:cNvSpPr/>
          <p:nvPr userDrawn="1"/>
        </p:nvSpPr>
        <p:spPr>
          <a:xfrm>
            <a:off x="7479722" y="2962880"/>
            <a:ext cx="4333735" cy="3461104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051F105-CFB9-7D59-7C57-E5A120588A65}"/>
              </a:ext>
            </a:extLst>
          </p:cNvPr>
          <p:cNvSpPr txBox="1"/>
          <p:nvPr userDrawn="1"/>
        </p:nvSpPr>
        <p:spPr>
          <a:xfrm>
            <a:off x="531259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①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37E1505-E7CC-1E79-F363-428D88E12465}"/>
              </a:ext>
            </a:extLst>
          </p:cNvPr>
          <p:cNvSpPr txBox="1"/>
          <p:nvPr userDrawn="1"/>
        </p:nvSpPr>
        <p:spPr>
          <a:xfrm>
            <a:off x="4018889" y="2490401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chemeClr val="tx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②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3A02162-4BC1-6C66-A647-B86BAEAAFB93}"/>
              </a:ext>
            </a:extLst>
          </p:cNvPr>
          <p:cNvSpPr txBox="1"/>
          <p:nvPr userDrawn="1"/>
        </p:nvSpPr>
        <p:spPr>
          <a:xfrm>
            <a:off x="479700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カードの見出し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08C1CF-9A0F-C625-8488-F744B8270D3A}"/>
              </a:ext>
            </a:extLst>
          </p:cNvPr>
          <p:cNvSpPr txBox="1"/>
          <p:nvPr userDrawn="1"/>
        </p:nvSpPr>
        <p:spPr>
          <a:xfrm>
            <a:off x="3993897" y="2767069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chemeClr val="accent4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カードの見出し</a:t>
            </a:r>
            <a:endParaRPr kumimoji="1" lang="ja-JP" altLang="en-US" sz="2800" b="1" dirty="0">
              <a:solidFill>
                <a:schemeClr val="accent4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3188FAD-324B-429C-F93C-6CC1707BC00B}"/>
              </a:ext>
            </a:extLst>
          </p:cNvPr>
          <p:cNvSpPr txBox="1"/>
          <p:nvPr userDrawn="1"/>
        </p:nvSpPr>
        <p:spPr>
          <a:xfrm>
            <a:off x="7550470" y="297207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③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A857E29-7B48-8460-240E-D71974A4AE83}"/>
              </a:ext>
            </a:extLst>
          </p:cNvPr>
          <p:cNvSpPr txBox="1"/>
          <p:nvPr userDrawn="1"/>
        </p:nvSpPr>
        <p:spPr>
          <a:xfrm>
            <a:off x="7495981" y="324874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カードの見出し</a:t>
            </a:r>
          </a:p>
        </p:txBody>
      </p: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2427427D-6735-FCE0-2D3E-02AA51E0A977}"/>
              </a:ext>
            </a:extLst>
          </p:cNvPr>
          <p:cNvGrpSpPr/>
          <p:nvPr userDrawn="1"/>
        </p:nvGrpSpPr>
        <p:grpSpPr>
          <a:xfrm rot="19356426" flipV="1">
            <a:off x="4678821" y="1901851"/>
            <a:ext cx="638334" cy="948153"/>
            <a:chOff x="2664127" y="3374455"/>
            <a:chExt cx="1201975" cy="1567649"/>
          </a:xfrm>
        </p:grpSpPr>
        <p:sp>
          <p:nvSpPr>
            <p:cNvPr id="34" name="二等辺三角形 33">
              <a:extLst>
                <a:ext uri="{FF2B5EF4-FFF2-40B4-BE49-F238E27FC236}">
                  <a16:creationId xmlns:a16="http://schemas.microsoft.com/office/drawing/2014/main" id="{57EAC28B-725F-4422-230A-22EFFCEC4DAB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5" name="フリーフォーム: 図形 34">
              <a:extLst>
                <a:ext uri="{FF2B5EF4-FFF2-40B4-BE49-F238E27FC236}">
                  <a16:creationId xmlns:a16="http://schemas.microsoft.com/office/drawing/2014/main" id="{7331F186-5625-89D0-93F2-A2EAFFA274F0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666428B1-0E40-4B84-C5D4-9BD652D21B99}"/>
              </a:ext>
            </a:extLst>
          </p:cNvPr>
          <p:cNvGrpSpPr/>
          <p:nvPr userDrawn="1"/>
        </p:nvGrpSpPr>
        <p:grpSpPr>
          <a:xfrm rot="19356426" flipV="1">
            <a:off x="8176087" y="2353531"/>
            <a:ext cx="638334" cy="948153"/>
            <a:chOff x="2664127" y="3374455"/>
            <a:chExt cx="1201975" cy="1567649"/>
          </a:xfrm>
        </p:grpSpPr>
        <p:sp>
          <p:nvSpPr>
            <p:cNvPr id="37" name="二等辺三角形 36">
              <a:extLst>
                <a:ext uri="{FF2B5EF4-FFF2-40B4-BE49-F238E27FC236}">
                  <a16:creationId xmlns:a16="http://schemas.microsoft.com/office/drawing/2014/main" id="{634E3423-964F-1F31-158A-0BA79770C690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8" name="フリーフォーム: 図形 37">
              <a:extLst>
                <a:ext uri="{FF2B5EF4-FFF2-40B4-BE49-F238E27FC236}">
                  <a16:creationId xmlns:a16="http://schemas.microsoft.com/office/drawing/2014/main" id="{8A8264AF-CFEB-8750-6969-C961E4B9F455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52398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カードのレイアウト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E4981D-F3E1-A957-C0E7-47018581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697"/>
            <a:ext cx="8268093" cy="457044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78F53E-4C54-5978-324C-CDA5322A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0803" y="277657"/>
            <a:ext cx="838200" cy="365125"/>
          </a:xfr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8D1BC46D-89B1-41A3-BBA1-F56BEABD0A9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39E28735-E38E-FA76-E836-AFAD95876608}"/>
              </a:ext>
            </a:extLst>
          </p:cNvPr>
          <p:cNvSpPr txBox="1">
            <a:spLocks/>
          </p:cNvSpPr>
          <p:nvPr userDrawn="1"/>
        </p:nvSpPr>
        <p:spPr>
          <a:xfrm>
            <a:off x="558799" y="1015999"/>
            <a:ext cx="11357897" cy="938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dirty="0"/>
              <a:t>カードの間隔やアスペクト比は適宜調整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BFE6030-7EF2-D499-592E-1D382FDD691D}"/>
              </a:ext>
            </a:extLst>
          </p:cNvPr>
          <p:cNvSpPr/>
          <p:nvPr userDrawn="1"/>
        </p:nvSpPr>
        <p:spPr>
          <a:xfrm>
            <a:off x="640876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0A8E374-8498-BBA7-13BD-C9875DF93B2F}"/>
              </a:ext>
            </a:extLst>
          </p:cNvPr>
          <p:cNvSpPr txBox="1"/>
          <p:nvPr userDrawn="1"/>
        </p:nvSpPr>
        <p:spPr>
          <a:xfrm>
            <a:off x="700865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①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F563E06-2EF1-7D3C-6BBC-5190953ECB2C}"/>
              </a:ext>
            </a:extLst>
          </p:cNvPr>
          <p:cNvSpPr txBox="1"/>
          <p:nvPr userDrawn="1"/>
        </p:nvSpPr>
        <p:spPr>
          <a:xfrm>
            <a:off x="649306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カードの見出し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819E9C6-0B50-DA8E-DBFC-95D84C86E41D}"/>
              </a:ext>
            </a:extLst>
          </p:cNvPr>
          <p:cNvSpPr/>
          <p:nvPr userDrawn="1"/>
        </p:nvSpPr>
        <p:spPr>
          <a:xfrm>
            <a:off x="640876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620371E-1F48-B44D-4136-4B85A6D82755}"/>
              </a:ext>
            </a:extLst>
          </p:cNvPr>
          <p:cNvSpPr txBox="1"/>
          <p:nvPr userDrawn="1"/>
        </p:nvSpPr>
        <p:spPr>
          <a:xfrm>
            <a:off x="700865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カード</a:t>
            </a:r>
            <a:r>
              <a:rPr lang="ja-JP" altLang="en-US" b="1" dirty="0">
                <a:solidFill>
                  <a:schemeClr val="tx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②</a:t>
            </a:r>
            <a:endParaRPr kumimoji="1" lang="ja-JP" altLang="en-US" b="1" dirty="0">
              <a:solidFill>
                <a:schemeClr val="tx2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A059C68-85AE-C315-2356-95E710B35D69}"/>
              </a:ext>
            </a:extLst>
          </p:cNvPr>
          <p:cNvSpPr txBox="1"/>
          <p:nvPr userDrawn="1"/>
        </p:nvSpPr>
        <p:spPr>
          <a:xfrm>
            <a:off x="649306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カードの見出し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628E01E4-69D9-4079-791C-DB5ACA6A8DCA}"/>
              </a:ext>
            </a:extLst>
          </p:cNvPr>
          <p:cNvSpPr/>
          <p:nvPr userDrawn="1"/>
        </p:nvSpPr>
        <p:spPr>
          <a:xfrm>
            <a:off x="6201018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FB27F8B-5228-3D60-B5D3-6B17B425CCA1}"/>
              </a:ext>
            </a:extLst>
          </p:cNvPr>
          <p:cNvSpPr txBox="1"/>
          <p:nvPr userDrawn="1"/>
        </p:nvSpPr>
        <p:spPr>
          <a:xfrm>
            <a:off x="6261007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③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C53E43C-0B35-6DB4-E322-C1A0F5EEAC54}"/>
              </a:ext>
            </a:extLst>
          </p:cNvPr>
          <p:cNvSpPr txBox="1"/>
          <p:nvPr userDrawn="1"/>
        </p:nvSpPr>
        <p:spPr>
          <a:xfrm>
            <a:off x="6209448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カードの見出し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589387FE-DDA6-2CC1-4F9C-7B61147D15AB}"/>
              </a:ext>
            </a:extLst>
          </p:cNvPr>
          <p:cNvSpPr/>
          <p:nvPr userDrawn="1"/>
        </p:nvSpPr>
        <p:spPr>
          <a:xfrm>
            <a:off x="6201018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D62D2F4-0791-47B5-FF25-3840506A48C3}"/>
              </a:ext>
            </a:extLst>
          </p:cNvPr>
          <p:cNvSpPr txBox="1"/>
          <p:nvPr userDrawn="1"/>
        </p:nvSpPr>
        <p:spPr>
          <a:xfrm>
            <a:off x="6261007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④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5AB2D310-65D0-88A2-45CF-027ACD78E56B}"/>
              </a:ext>
            </a:extLst>
          </p:cNvPr>
          <p:cNvSpPr txBox="1"/>
          <p:nvPr userDrawn="1"/>
        </p:nvSpPr>
        <p:spPr>
          <a:xfrm>
            <a:off x="6209448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181694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5E7773E-9F3C-8547-1887-EDE1B77EC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238FCC-BF83-0877-84B7-63F27C6E6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C07774-86F2-4BBC-8586-A1C4D2F7E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0A137C-E3B5-4111-BA28-0A9D5E6D313C}" type="datetime1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52D4A6-47C1-76E5-9827-09C32C5135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FCC9AF-D09C-9F9C-6CDF-787F38893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352" y="115094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fld id="{8D1BC46D-89B1-41A3-BBA1-F56BEABD0A90}" type="slidenum">
              <a:rPr lang="ja-JP" altLang="en-US" smtClean="0"/>
              <a:pPr algn="ctr"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23714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6" r:id="rId5"/>
    <p:sldLayoutId id="2147483653" r:id="rId6"/>
    <p:sldLayoutId id="2147483654" r:id="rId7"/>
    <p:sldLayoutId id="2147483655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52B6F2-916C-5E7A-C693-13232F3A17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所有者優先権を保証する</a:t>
            </a:r>
            <a:br>
              <a:rPr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プリエンティブ方式を用いた学内</a:t>
            </a:r>
            <a:r>
              <a:rPr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GPU</a:t>
            </a:r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共有基盤の提案とユーザ参加行動の評価</a:t>
            </a:r>
            <a:endParaRPr kumimoji="1" lang="ja-JP" altLang="en-US" sz="36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F54E07-85EE-5553-6864-9FE5FFD22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E775116-9EEA-8BC4-FFDD-34C04598AA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8" name="字幕 7">
            <a:extLst>
              <a:ext uri="{FF2B5EF4-FFF2-40B4-BE49-F238E27FC236}">
                <a16:creationId xmlns:a16="http://schemas.microsoft.com/office/drawing/2014/main" id="{346AAB66-6418-444C-B52B-AEB5CBA8D0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790950"/>
            <a:ext cx="914400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u="none" dirty="0"/>
              <a:t>下西研究室　櫻井 翔琉</a:t>
            </a:r>
          </a:p>
        </p:txBody>
      </p:sp>
    </p:spTree>
    <p:extLst>
      <p:ext uri="{BB962C8B-B14F-4D97-AF65-F5344CB8AC3E}">
        <p14:creationId xmlns:p14="http://schemas.microsoft.com/office/powerpoint/2010/main" val="3681276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D61B3A-AD9E-5C90-4810-806836B72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背景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E4376B-0BE6-DC44-9A92-9FB4E9E79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・</a:t>
            </a:r>
            <a:r>
              <a:rPr lang="en-US" altLang="ja-JP" dirty="0"/>
              <a:t>AI</a:t>
            </a:r>
            <a:r>
              <a:rPr lang="ja-JP" altLang="en-US" dirty="0"/>
              <a:t>・データサイエンス分野の発展</a:t>
            </a:r>
            <a:endParaRPr lang="en-US" altLang="ja-JP" dirty="0">
              <a:latin typeface="+mj-ea"/>
            </a:endParaRPr>
          </a:p>
          <a:p>
            <a:pPr marL="0" indent="0">
              <a:buNone/>
            </a:pPr>
            <a:r>
              <a:rPr lang="ja-JP" altLang="en-US" dirty="0">
                <a:latin typeface="+mj-ea"/>
              </a:rPr>
              <a:t>  </a:t>
            </a:r>
            <a:r>
              <a:rPr lang="en-US" altLang="ja-JP" dirty="0">
                <a:latin typeface="+mj-ea"/>
              </a:rPr>
              <a:t>	</a:t>
            </a:r>
            <a:r>
              <a:rPr lang="ja-JP" altLang="en-US" dirty="0">
                <a:latin typeface="+mj-ea"/>
              </a:rPr>
              <a:t>→　</a:t>
            </a:r>
            <a:r>
              <a:rPr lang="en-US" altLang="ja-JP" dirty="0">
                <a:latin typeface="+mj-ea"/>
              </a:rPr>
              <a:t>GPU</a:t>
            </a:r>
            <a:r>
              <a:rPr lang="ja-JP" altLang="en-US" dirty="0">
                <a:latin typeface="+mj-ea"/>
              </a:rPr>
              <a:t>の</a:t>
            </a:r>
            <a:r>
              <a:rPr lang="ja-JP" altLang="en-US" b="1" dirty="0">
                <a:solidFill>
                  <a:schemeClr val="accent3">
                    <a:lumMod val="75000"/>
                  </a:schemeClr>
                </a:solidFill>
                <a:latin typeface="+mj-ea"/>
              </a:rPr>
              <a:t>需要増加</a:t>
            </a:r>
            <a:endParaRPr lang="en-US" altLang="ja-JP" b="1" dirty="0">
              <a:solidFill>
                <a:schemeClr val="accent3">
                  <a:lumMod val="75000"/>
                </a:schemeClr>
              </a:solidFill>
              <a:latin typeface="+mj-ea"/>
            </a:endParaRPr>
          </a:p>
          <a:p>
            <a:pPr marL="0" indent="0">
              <a:buNone/>
            </a:pPr>
            <a:r>
              <a:rPr lang="ja-JP" altLang="en-US" dirty="0"/>
              <a:t>・</a:t>
            </a:r>
            <a:r>
              <a:rPr lang="en-US" altLang="ja-JP" dirty="0"/>
              <a:t>GPU</a:t>
            </a:r>
            <a:r>
              <a:rPr lang="ja-JP" altLang="en-US" dirty="0"/>
              <a:t>資源は</a:t>
            </a:r>
            <a:r>
              <a:rPr lang="ja-JP" altLang="en-US" b="1" dirty="0">
                <a:solidFill>
                  <a:schemeClr val="accent2"/>
                </a:solidFill>
              </a:rPr>
              <a:t>高価</a:t>
            </a:r>
            <a:endParaRPr lang="en-US" altLang="ja-JP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ja-JP" altLang="en-US" dirty="0"/>
              <a:t>→すべての研究室が必要な時に、</a:t>
            </a:r>
            <a:endParaRPr lang="en-US" altLang="ja-JP" dirty="0"/>
          </a:p>
          <a:p>
            <a:pPr marL="0" indent="0" algn="ctr">
              <a:buNone/>
            </a:pPr>
            <a:r>
              <a:rPr lang="ja-JP" altLang="en-US" dirty="0"/>
              <a:t>十分な量を確保することは</a:t>
            </a:r>
            <a:r>
              <a:rPr lang="ja-JP" altLang="en-US" b="1" dirty="0">
                <a:solidFill>
                  <a:schemeClr val="accent3">
                    <a:lumMod val="75000"/>
                  </a:schemeClr>
                </a:solidFill>
              </a:rPr>
              <a:t>困難</a:t>
            </a:r>
            <a:endParaRPr lang="en-US" altLang="ja-JP" b="1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ja-JP" altLang="en-US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0BE1F7-55D9-910D-C6AE-1E8652000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C46D-89B1-41A3-BBA1-F56BEABD0A90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D35D8F-E0C6-2AE4-E8B0-B5B9AD741F25}"/>
              </a:ext>
            </a:extLst>
          </p:cNvPr>
          <p:cNvSpPr/>
          <p:nvPr/>
        </p:nvSpPr>
        <p:spPr>
          <a:xfrm>
            <a:off x="4673911" y="5579872"/>
            <a:ext cx="3537394" cy="38792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89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FC13006-623A-99E8-E109-7C1F47B4D9CF}"/>
              </a:ext>
            </a:extLst>
          </p:cNvPr>
          <p:cNvSpPr/>
          <p:nvPr/>
        </p:nvSpPr>
        <p:spPr>
          <a:xfrm>
            <a:off x="3662838" y="5004422"/>
            <a:ext cx="5927679" cy="34185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89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9C7C88-EA5F-029E-69B3-5CD6AB429918}"/>
              </a:ext>
            </a:extLst>
          </p:cNvPr>
          <p:cNvSpPr/>
          <p:nvPr/>
        </p:nvSpPr>
        <p:spPr>
          <a:xfrm>
            <a:off x="3953476" y="4294423"/>
            <a:ext cx="5240582" cy="38792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89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1A731A3-5876-7CD9-AD8C-2EF1AD31AA8E}"/>
              </a:ext>
            </a:extLst>
          </p:cNvPr>
          <p:cNvSpPr txBox="1"/>
          <p:nvPr/>
        </p:nvSpPr>
        <p:spPr>
          <a:xfrm>
            <a:off x="3171551" y="4019862"/>
            <a:ext cx="701518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dirty="0">
                <a:solidFill>
                  <a:schemeClr val="accent3">
                    <a:lumMod val="75000"/>
                  </a:schemeClr>
                </a:solidFill>
              </a:rPr>
              <a:t>学内</a:t>
            </a:r>
            <a:r>
              <a:rPr kumimoji="1" lang="en-US" altLang="ja-JP" sz="4400" dirty="0">
                <a:solidFill>
                  <a:schemeClr val="accent3">
                    <a:lumMod val="75000"/>
                  </a:schemeClr>
                </a:solidFill>
              </a:rPr>
              <a:t>GPU</a:t>
            </a:r>
            <a:r>
              <a:rPr kumimoji="1" lang="ja-JP" altLang="en-US" sz="4400" dirty="0">
                <a:solidFill>
                  <a:schemeClr val="accent3">
                    <a:lumMod val="75000"/>
                  </a:schemeClr>
                </a:solidFill>
              </a:rPr>
              <a:t>共有基盤</a:t>
            </a:r>
            <a:endParaRPr kumimoji="1" lang="en-US" altLang="ja-JP" sz="4400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r>
              <a:rPr lang="ja-JP" altLang="en-US" sz="4400" dirty="0">
                <a:solidFill>
                  <a:schemeClr val="accent3">
                    <a:lumMod val="75000"/>
                  </a:schemeClr>
                </a:solidFill>
              </a:rPr>
              <a:t>「</a:t>
            </a:r>
            <a:r>
              <a:rPr lang="en-US" altLang="ja-JP" sz="4400" b="1" dirty="0">
                <a:solidFill>
                  <a:schemeClr val="accent3">
                    <a:lumMod val="75000"/>
                  </a:schemeClr>
                </a:solidFill>
              </a:rPr>
              <a:t>Air Computing Pool</a:t>
            </a:r>
            <a:r>
              <a:rPr lang="ja-JP" altLang="en-US" sz="4400" dirty="0">
                <a:solidFill>
                  <a:schemeClr val="accent3">
                    <a:lumMod val="75000"/>
                  </a:schemeClr>
                </a:solidFill>
              </a:rPr>
              <a:t>」を検討</a:t>
            </a:r>
            <a:r>
              <a:rPr lang="en-US" altLang="ja-JP" sz="4400" dirty="0">
                <a:solidFill>
                  <a:schemeClr val="accent3">
                    <a:lumMod val="75000"/>
                  </a:schemeClr>
                </a:solidFill>
              </a:rPr>
              <a:t>(ACP)</a:t>
            </a:r>
          </a:p>
          <a:p>
            <a:endParaRPr kumimoji="1" lang="ja-JP" altLang="en-US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E3786FA9-2FAB-9036-2708-AA9220354B01}"/>
              </a:ext>
            </a:extLst>
          </p:cNvPr>
          <p:cNvGrpSpPr/>
          <p:nvPr/>
        </p:nvGrpSpPr>
        <p:grpSpPr>
          <a:xfrm rot="16200000">
            <a:off x="1927568" y="4025634"/>
            <a:ext cx="1065969" cy="2054997"/>
            <a:chOff x="7259849" y="1486857"/>
            <a:chExt cx="1400991" cy="1736171"/>
          </a:xfrm>
          <a:solidFill>
            <a:schemeClr val="accent2"/>
          </a:solidFill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11" name="矢印: 下 10">
              <a:extLst>
                <a:ext uri="{FF2B5EF4-FFF2-40B4-BE49-F238E27FC236}">
                  <a16:creationId xmlns:a16="http://schemas.microsoft.com/office/drawing/2014/main" id="{D0C2E822-D7D2-DE4B-7913-2D80E05A6B1C}"/>
                </a:ext>
              </a:extLst>
            </p:cNvPr>
            <p:cNvSpPr/>
            <p:nvPr/>
          </p:nvSpPr>
          <p:spPr>
            <a:xfrm>
              <a:off x="7259849" y="1486857"/>
              <a:ext cx="1400991" cy="1736171"/>
            </a:xfrm>
            <a:prstGeom prst="downArrow">
              <a:avLst>
                <a:gd name="adj1" fmla="val 55000"/>
                <a:gd name="adj2" fmla="val 45000"/>
              </a:avLst>
            </a:prstGeom>
            <a:grpFill/>
            <a:ln>
              <a:noFill/>
            </a:ln>
            <a:sp3d z="152400" extrusionH="63500" prstMaterial="dkEdge">
              <a:bevelT w="125400" h="36350" prst="relaxedInset"/>
              <a:contourClr>
                <a:schemeClr val="bg1"/>
              </a:contourClr>
            </a:sp3d>
          </p:spPr>
          <p:style>
            <a:ln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12" name="矢印: 下 4">
              <a:extLst>
                <a:ext uri="{FF2B5EF4-FFF2-40B4-BE49-F238E27FC236}">
                  <a16:creationId xmlns:a16="http://schemas.microsoft.com/office/drawing/2014/main" id="{4648D39D-C724-39CA-3C71-E9DC9DDE1E79}"/>
                </a:ext>
              </a:extLst>
            </p:cNvPr>
            <p:cNvSpPr txBox="1"/>
            <p:nvPr/>
          </p:nvSpPr>
          <p:spPr>
            <a:xfrm>
              <a:off x="7575072" y="1486857"/>
              <a:ext cx="770545" cy="1389426"/>
            </a:xfrm>
            <a:prstGeom prst="rect">
              <a:avLst/>
            </a:prstGeom>
            <a:grpFill/>
            <a:ln>
              <a:noFill/>
            </a:ln>
            <a:sp3d z="1524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kumimoji="1" lang="ja-JP" altLang="en-US" sz="36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71332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D48FF9-7E2F-CD35-8A02-3A48287A7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“ACP”</a:t>
            </a:r>
            <a:r>
              <a:rPr lang="ja-JP" altLang="en-US" dirty="0"/>
              <a:t>とは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3DC26F3-E565-9B46-EB01-7031E3D20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C46D-89B1-41A3-BBA1-F56BEABD0A90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pic>
        <p:nvPicPr>
          <p:cNvPr id="5" name="Picture 15" descr="家の無料アイコン | 無料アイコン素材｜ICON BOX｜商用フリーアイコンがダウンロードできます">
            <a:extLst>
              <a:ext uri="{FF2B5EF4-FFF2-40B4-BE49-F238E27FC236}">
                <a16:creationId xmlns:a16="http://schemas.microsoft.com/office/drawing/2014/main" id="{C729A1AC-CAA9-479A-C132-5F707810A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0773" y="4365610"/>
            <a:ext cx="2143027" cy="2143027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pic>
        <p:nvPicPr>
          <p:cNvPr id="6" name="Picture 15" descr="家の無料アイコン | 無料アイコン素材｜ICON BOX｜商用フリーアイコンがダウンロードできます">
            <a:extLst>
              <a:ext uri="{FF2B5EF4-FFF2-40B4-BE49-F238E27FC236}">
                <a16:creationId xmlns:a16="http://schemas.microsoft.com/office/drawing/2014/main" id="{4A52564B-15FD-87B0-9AAF-C8FDF3EAE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3557" y="4352898"/>
            <a:ext cx="2143027" cy="2143027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pic>
        <p:nvPicPr>
          <p:cNvPr id="7" name="Picture 15" descr="家の無料アイコン | 無料アイコン素材｜ICON BOX｜商用フリーアイコンがダウンロードできます">
            <a:extLst>
              <a:ext uri="{FF2B5EF4-FFF2-40B4-BE49-F238E27FC236}">
                <a16:creationId xmlns:a16="http://schemas.microsoft.com/office/drawing/2014/main" id="{0E411378-0E44-0B61-A5CD-848700276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326" y="4222812"/>
            <a:ext cx="2143027" cy="2143027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pic>
        <p:nvPicPr>
          <p:cNvPr id="8" name="Picture 15" descr="家の無料アイコン | 無料アイコン素材｜ICON BOX｜商用フリーアイコンがダウンロードできます">
            <a:extLst>
              <a:ext uri="{FF2B5EF4-FFF2-40B4-BE49-F238E27FC236}">
                <a16:creationId xmlns:a16="http://schemas.microsoft.com/office/drawing/2014/main" id="{F49DBF96-6781-466B-1809-F66067C1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3791" y="4328880"/>
            <a:ext cx="2143027" cy="2143027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sp>
        <p:nvSpPr>
          <p:cNvPr id="9" name="AutoShape 2" descr="サーバー複数　イラスト に対する画像結果">
            <a:extLst>
              <a:ext uri="{FF2B5EF4-FFF2-40B4-BE49-F238E27FC236}">
                <a16:creationId xmlns:a16="http://schemas.microsoft.com/office/drawing/2014/main" id="{F93E315D-73D0-77EB-7256-B1DE030CB2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46619" y="4655182"/>
            <a:ext cx="2285991" cy="2351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AutoShape 4" descr="サーバー複数　イラスト に対する画像結果">
            <a:extLst>
              <a:ext uri="{FF2B5EF4-FFF2-40B4-BE49-F238E27FC236}">
                <a16:creationId xmlns:a16="http://schemas.microsoft.com/office/drawing/2014/main" id="{709DC914-D693-766D-685C-5179189B50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39733" y="5689798"/>
            <a:ext cx="1133694" cy="113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1" name="吹き出し: 円形 10">
            <a:extLst>
              <a:ext uri="{FF2B5EF4-FFF2-40B4-BE49-F238E27FC236}">
                <a16:creationId xmlns:a16="http://schemas.microsoft.com/office/drawing/2014/main" id="{84A3E6BE-7581-F0FC-CE56-06E426D1A9E5}"/>
              </a:ext>
            </a:extLst>
          </p:cNvPr>
          <p:cNvSpPr/>
          <p:nvPr/>
        </p:nvSpPr>
        <p:spPr>
          <a:xfrm>
            <a:off x="949598" y="2182390"/>
            <a:ext cx="1827269" cy="1793341"/>
          </a:xfrm>
          <a:prstGeom prst="wedgeEllipseCallou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solidFill>
                <a:srgbClr val="FF0000"/>
              </a:solidFill>
            </a:endParaRPr>
          </a:p>
        </p:txBody>
      </p:sp>
      <p:pic>
        <p:nvPicPr>
          <p:cNvPr id="12" name="Picture 8" descr="無料イラスト 白い雲のイラスト">
            <a:extLst>
              <a:ext uri="{FF2B5EF4-FFF2-40B4-BE49-F238E27FC236}">
                <a16:creationId xmlns:a16="http://schemas.microsoft.com/office/drawing/2014/main" id="{FF6C9A77-87A9-1417-6C1D-1F9505217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811" y="1836880"/>
            <a:ext cx="3470748" cy="2246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「サーバー 」の無料フリー素材 | イラスト・アイコンのフリー素材なら「フリーアイコンズ」">
            <a:extLst>
              <a:ext uri="{FF2B5EF4-FFF2-40B4-BE49-F238E27FC236}">
                <a16:creationId xmlns:a16="http://schemas.microsoft.com/office/drawing/2014/main" id="{08B9FA50-AE98-EC6B-698C-D739ADEBF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288" y="2131145"/>
            <a:ext cx="886685" cy="886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 descr="「サーバー 」の無料フリー素材 | イラスト・アイコンのフリー素材なら「フリーアイコンズ」">
            <a:extLst>
              <a:ext uri="{FF2B5EF4-FFF2-40B4-BE49-F238E27FC236}">
                <a16:creationId xmlns:a16="http://schemas.microsoft.com/office/drawing/2014/main" id="{CA365D9C-9CAF-4FDE-876E-1474002E9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5939" y="2137476"/>
            <a:ext cx="886685" cy="886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「サーバー 」の無料フリー素材 | イラスト・アイコンのフリー素材なら「フリーアイコンズ」">
            <a:extLst>
              <a:ext uri="{FF2B5EF4-FFF2-40B4-BE49-F238E27FC236}">
                <a16:creationId xmlns:a16="http://schemas.microsoft.com/office/drawing/2014/main" id="{7B6C8296-E5BD-EB4F-5271-FF5A93D56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5557" y="3089046"/>
            <a:ext cx="886685" cy="886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0" descr="「サーバー 」の無料フリー素材 | イラスト・アイコンのフリー素材なら「フリーアイコンズ」">
            <a:extLst>
              <a:ext uri="{FF2B5EF4-FFF2-40B4-BE49-F238E27FC236}">
                <a16:creationId xmlns:a16="http://schemas.microsoft.com/office/drawing/2014/main" id="{B1B7A633-D7B1-8D75-4A66-82A2C57D4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2505" y="3144078"/>
            <a:ext cx="886685" cy="886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吹き出し: 円形 16">
            <a:extLst>
              <a:ext uri="{FF2B5EF4-FFF2-40B4-BE49-F238E27FC236}">
                <a16:creationId xmlns:a16="http://schemas.microsoft.com/office/drawing/2014/main" id="{E7756B60-0AED-F4F9-76AF-9C1E2A67E2F9}"/>
              </a:ext>
            </a:extLst>
          </p:cNvPr>
          <p:cNvSpPr/>
          <p:nvPr/>
        </p:nvSpPr>
        <p:spPr>
          <a:xfrm>
            <a:off x="3949597" y="2360199"/>
            <a:ext cx="1827269" cy="1793341"/>
          </a:xfrm>
          <a:prstGeom prst="wedgeEllipseCallou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solidFill>
                <a:srgbClr val="FF0000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4A444F4-643C-8E74-EB09-3A0BA054C3D4}"/>
              </a:ext>
            </a:extLst>
          </p:cNvPr>
          <p:cNvSpPr txBox="1"/>
          <p:nvPr/>
        </p:nvSpPr>
        <p:spPr>
          <a:xfrm>
            <a:off x="661036" y="2702768"/>
            <a:ext cx="24043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/>
              <a:t>計算資源が</a:t>
            </a:r>
            <a:endParaRPr kumimoji="1" lang="en-US" altLang="ja-JP" sz="3200" dirty="0"/>
          </a:p>
          <a:p>
            <a:pPr algn="ctr"/>
            <a:r>
              <a:rPr kumimoji="1" lang="ja-JP" altLang="en-US" sz="3200" dirty="0"/>
              <a:t>不足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E66EB3B-1D8C-3DF4-0000-3BF980EF44FF}"/>
              </a:ext>
            </a:extLst>
          </p:cNvPr>
          <p:cNvSpPr txBox="1"/>
          <p:nvPr/>
        </p:nvSpPr>
        <p:spPr>
          <a:xfrm>
            <a:off x="3755092" y="2810083"/>
            <a:ext cx="23936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/>
              <a:t>計算資源が</a:t>
            </a:r>
            <a:endParaRPr kumimoji="1" lang="en-US" altLang="ja-JP" sz="3200" dirty="0"/>
          </a:p>
          <a:p>
            <a:pPr algn="ctr"/>
            <a:r>
              <a:rPr kumimoji="1" lang="ja-JP" altLang="en-US" sz="3200" dirty="0"/>
              <a:t>余剰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6D5304D-3676-6F65-272C-DDDDAE32CB99}"/>
              </a:ext>
            </a:extLst>
          </p:cNvPr>
          <p:cNvSpPr txBox="1"/>
          <p:nvPr/>
        </p:nvSpPr>
        <p:spPr>
          <a:xfrm>
            <a:off x="6663266" y="1190549"/>
            <a:ext cx="5335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solidFill>
                  <a:schemeClr val="accent3">
                    <a:lumMod val="75000"/>
                  </a:schemeClr>
                </a:solidFill>
              </a:rPr>
              <a:t>“Air Computing Pool”</a:t>
            </a:r>
            <a:endParaRPr kumimoji="1" lang="ja-JP" altLang="en-US" sz="3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867E49F-A51B-E947-4252-AF1029B73DC8}"/>
              </a:ext>
            </a:extLst>
          </p:cNvPr>
          <p:cNvSpPr txBox="1"/>
          <p:nvPr/>
        </p:nvSpPr>
        <p:spPr>
          <a:xfrm>
            <a:off x="1303548" y="1297623"/>
            <a:ext cx="42851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chemeClr val="tx2"/>
                </a:solidFill>
              </a:rPr>
              <a:t>従来の研究機関</a:t>
            </a:r>
          </a:p>
        </p:txBody>
      </p:sp>
      <p:pic>
        <p:nvPicPr>
          <p:cNvPr id="22" name="Picture 10" descr="「サーバー 」の無料フリー素材 | イラスト・アイコンのフリー素材なら「フリーアイコンズ」">
            <a:extLst>
              <a:ext uri="{FF2B5EF4-FFF2-40B4-BE49-F238E27FC236}">
                <a16:creationId xmlns:a16="http://schemas.microsoft.com/office/drawing/2014/main" id="{6AF4E1C3-755A-F4A3-CA9C-A3DD68B80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2652" y="4665380"/>
            <a:ext cx="886685" cy="886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「サーバー 」の無料フリー素材 | イラスト・アイコンのフリー素材なら「フリーアイコンズ」">
            <a:extLst>
              <a:ext uri="{FF2B5EF4-FFF2-40B4-BE49-F238E27FC236}">
                <a16:creationId xmlns:a16="http://schemas.microsoft.com/office/drawing/2014/main" id="{DA7BE664-2FFD-F025-17E7-F0E91AC9F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7482" y="5400474"/>
            <a:ext cx="886685" cy="886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0" descr="「サーバー 」の無料フリー素材 | イラスト・アイコンのフリー素材なら「フリーアイコンズ」">
            <a:extLst>
              <a:ext uri="{FF2B5EF4-FFF2-40B4-BE49-F238E27FC236}">
                <a16:creationId xmlns:a16="http://schemas.microsoft.com/office/drawing/2014/main" id="{AA0C1004-6B88-B469-3CA6-9A949FC66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806" y="5400394"/>
            <a:ext cx="886685" cy="886685"/>
          </a:xfrm>
          <a:prstGeom prst="rect">
            <a:avLst/>
          </a:prstGeom>
          <a:solidFill>
            <a:schemeClr val="bg1">
              <a:alpha val="0"/>
            </a:schemeClr>
          </a:solidFill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chemeClr val="tx2">
                <a:lumMod val="40000"/>
                <a:lumOff val="60000"/>
                <a:alpha val="0"/>
              </a:schemeClr>
            </a:outerShdw>
            <a:reflection stA="0" endPos="65000" dist="50800" dir="5400000" sy="-100000" algn="bl" rotWithShape="0"/>
            <a:softEdge rad="0"/>
          </a:effectLst>
        </p:spPr>
      </p:pic>
      <p:sp>
        <p:nvSpPr>
          <p:cNvPr id="25" name="矢印: 右 24">
            <a:extLst>
              <a:ext uri="{FF2B5EF4-FFF2-40B4-BE49-F238E27FC236}">
                <a16:creationId xmlns:a16="http://schemas.microsoft.com/office/drawing/2014/main" id="{6DC0F6F0-9FC0-3AE5-6977-8E48747F1D75}"/>
              </a:ext>
            </a:extLst>
          </p:cNvPr>
          <p:cNvSpPr/>
          <p:nvPr/>
        </p:nvSpPr>
        <p:spPr>
          <a:xfrm rot="14685243">
            <a:off x="9811671" y="4340846"/>
            <a:ext cx="1174129" cy="293962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" name="矢印: 右 25">
            <a:extLst>
              <a:ext uri="{FF2B5EF4-FFF2-40B4-BE49-F238E27FC236}">
                <a16:creationId xmlns:a16="http://schemas.microsoft.com/office/drawing/2014/main" id="{B453AD1C-637B-3BEE-11EC-641722ADACEB}"/>
              </a:ext>
            </a:extLst>
          </p:cNvPr>
          <p:cNvSpPr/>
          <p:nvPr/>
        </p:nvSpPr>
        <p:spPr>
          <a:xfrm rot="17831976">
            <a:off x="6922391" y="4320087"/>
            <a:ext cx="1217903" cy="283395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27" name="Picture 10" descr="「サーバー 」の無料フリー素材 | イラスト・アイコンのフリー素材なら「フリーアイコンズ」">
            <a:extLst>
              <a:ext uri="{FF2B5EF4-FFF2-40B4-BE49-F238E27FC236}">
                <a16:creationId xmlns:a16="http://schemas.microsoft.com/office/drawing/2014/main" id="{5A3D33A1-9C37-C15E-4FA9-4E471621C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96" y="5178317"/>
            <a:ext cx="886685" cy="886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矢印: 右 27">
            <a:extLst>
              <a:ext uri="{FF2B5EF4-FFF2-40B4-BE49-F238E27FC236}">
                <a16:creationId xmlns:a16="http://schemas.microsoft.com/office/drawing/2014/main" id="{67A3EAEC-5630-9281-A5C3-D7DFF7226E85}"/>
              </a:ext>
            </a:extLst>
          </p:cNvPr>
          <p:cNvSpPr/>
          <p:nvPr/>
        </p:nvSpPr>
        <p:spPr>
          <a:xfrm rot="7042370">
            <a:off x="7193350" y="4466118"/>
            <a:ext cx="1174129" cy="293962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36779256-C872-9629-F59C-463D02696D5E}"/>
              </a:ext>
            </a:extLst>
          </p:cNvPr>
          <p:cNvCxnSpPr>
            <a:cxnSpLocks/>
          </p:cNvCxnSpPr>
          <p:nvPr/>
        </p:nvCxnSpPr>
        <p:spPr>
          <a:xfrm>
            <a:off x="1368768" y="1789377"/>
            <a:ext cx="306707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5EFBD41D-76C7-D410-AF01-5D263B531862}"/>
              </a:ext>
            </a:extLst>
          </p:cNvPr>
          <p:cNvCxnSpPr>
            <a:cxnSpLocks/>
          </p:cNvCxnSpPr>
          <p:nvPr/>
        </p:nvCxnSpPr>
        <p:spPr>
          <a:xfrm>
            <a:off x="6847662" y="1776533"/>
            <a:ext cx="4506138" cy="0"/>
          </a:xfrm>
          <a:prstGeom prst="line">
            <a:avLst/>
          </a:prstGeom>
          <a:ln w="19050" cap="flat" cmpd="sng" algn="ctr">
            <a:solidFill>
              <a:schemeClr val="bg2">
                <a:lumMod val="1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矢印: 右 30">
            <a:extLst>
              <a:ext uri="{FF2B5EF4-FFF2-40B4-BE49-F238E27FC236}">
                <a16:creationId xmlns:a16="http://schemas.microsoft.com/office/drawing/2014/main" id="{430E627F-8D9C-45D7-94B6-8661493F2ED9}"/>
              </a:ext>
            </a:extLst>
          </p:cNvPr>
          <p:cNvSpPr/>
          <p:nvPr/>
        </p:nvSpPr>
        <p:spPr>
          <a:xfrm rot="3893490">
            <a:off x="9480811" y="4477741"/>
            <a:ext cx="1174129" cy="293962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60374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2BA726-CB51-AB18-359B-A449BB1A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研究目的と課題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775162-1789-39EE-819D-E13CD2D3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C46D-89B1-41A3-BBA1-F56BEABD0A90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sp>
        <p:nvSpPr>
          <p:cNvPr id="39" name="コンテンツ プレースホルダー 2">
            <a:extLst>
              <a:ext uri="{FF2B5EF4-FFF2-40B4-BE49-F238E27FC236}">
                <a16:creationId xmlns:a16="http://schemas.microsoft.com/office/drawing/2014/main" id="{140A9F7B-5094-1145-CABD-B246C3FDD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751" y="5538422"/>
            <a:ext cx="10515600" cy="631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600" dirty="0"/>
              <a:t>貸し手が参加しやすい制度設計が必要</a:t>
            </a:r>
            <a:endParaRPr kumimoji="1" lang="en-US" altLang="ja-JP" sz="3600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324E133-541E-36FF-73C0-02DDB9A8A616}"/>
              </a:ext>
            </a:extLst>
          </p:cNvPr>
          <p:cNvSpPr txBox="1"/>
          <p:nvPr/>
        </p:nvSpPr>
        <p:spPr>
          <a:xfrm>
            <a:off x="1743812" y="1373204"/>
            <a:ext cx="86040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/>
              <a:t>目的</a:t>
            </a:r>
            <a:r>
              <a:rPr lang="ja-JP" altLang="en-US" sz="3600" b="1" dirty="0"/>
              <a:t>：</a:t>
            </a:r>
            <a:r>
              <a:rPr lang="ja-JP" altLang="en-US" sz="3600" u="sng" dirty="0"/>
              <a:t>「</a:t>
            </a:r>
            <a:r>
              <a:rPr lang="en-US" altLang="ja-JP" sz="3600" u="sng" dirty="0"/>
              <a:t>ACP</a:t>
            </a:r>
            <a:r>
              <a:rPr lang="ja-JP" altLang="en-US" sz="3600" u="sng" dirty="0"/>
              <a:t>」の</a:t>
            </a:r>
            <a:r>
              <a:rPr lang="ja-JP" altLang="en-US" sz="3600" b="1" u="sng" dirty="0">
                <a:solidFill>
                  <a:schemeClr val="accent3">
                    <a:lumMod val="75000"/>
                  </a:schemeClr>
                </a:solidFill>
              </a:rPr>
              <a:t>普及</a:t>
            </a:r>
            <a:r>
              <a:rPr lang="ja-JP" altLang="en-US" sz="3600" u="sng" dirty="0"/>
              <a:t>と</a:t>
            </a:r>
            <a:r>
              <a:rPr lang="ja-JP" altLang="en-US" sz="3600" b="1" u="sng" dirty="0">
                <a:solidFill>
                  <a:schemeClr val="accent3">
                    <a:lumMod val="75000"/>
                  </a:schemeClr>
                </a:solidFill>
              </a:rPr>
              <a:t>持続的</a:t>
            </a:r>
            <a:r>
              <a:rPr lang="ja-JP" altLang="en-US" sz="3600" u="sng" dirty="0"/>
              <a:t>な運用</a:t>
            </a:r>
          </a:p>
          <a:p>
            <a:endParaRPr kumimoji="1" lang="ja-JP" altLang="en-US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94A8698C-1A40-2AA7-68F5-7525FD1852D4}"/>
              </a:ext>
            </a:extLst>
          </p:cNvPr>
          <p:cNvSpPr txBox="1"/>
          <p:nvPr/>
        </p:nvSpPr>
        <p:spPr>
          <a:xfrm>
            <a:off x="-182006" y="2077048"/>
            <a:ext cx="1105346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dirty="0"/>
              <a:t>課題</a:t>
            </a:r>
            <a:r>
              <a:rPr kumimoji="1" lang="ja-JP" altLang="en-US" sz="3200" dirty="0"/>
              <a:t>：</a:t>
            </a:r>
            <a:r>
              <a:rPr lang="en-US" altLang="ja-JP" sz="3200" dirty="0"/>
              <a:t>ACP</a:t>
            </a:r>
            <a:r>
              <a:rPr lang="ja-JP" altLang="en-US" sz="3200" dirty="0"/>
              <a:t>には</a:t>
            </a:r>
            <a:r>
              <a:rPr kumimoji="1" lang="ja-JP" altLang="en-US" sz="3200" b="1" u="sng" dirty="0">
                <a:solidFill>
                  <a:schemeClr val="accent3">
                    <a:lumMod val="75000"/>
                  </a:schemeClr>
                </a:solidFill>
              </a:rPr>
              <a:t>貸し手</a:t>
            </a:r>
            <a:r>
              <a:rPr kumimoji="1" lang="ja-JP" altLang="en-US" sz="3200" dirty="0"/>
              <a:t>の存在が不可欠</a:t>
            </a:r>
            <a:endParaRPr kumimoji="1" lang="en-US" altLang="ja-JP" sz="3200" dirty="0"/>
          </a:p>
          <a:p>
            <a:pPr algn="ctr"/>
            <a:r>
              <a:rPr lang="ja-JP" altLang="en-US" sz="3200" dirty="0"/>
              <a:t>　　→</a:t>
            </a:r>
            <a:r>
              <a:rPr kumimoji="1" lang="ja-JP" altLang="en-US" sz="3200" dirty="0"/>
              <a:t>共有するだけでは貸し手に対する</a:t>
            </a:r>
            <a:r>
              <a:rPr kumimoji="1" lang="ja-JP" altLang="en-US" sz="3200" b="1" u="sng" dirty="0">
                <a:solidFill>
                  <a:schemeClr val="accent3">
                    <a:lumMod val="75000"/>
                  </a:schemeClr>
                </a:solidFill>
              </a:rPr>
              <a:t>メリットが少ない</a:t>
            </a:r>
            <a:endParaRPr kumimoji="1" lang="en-US" altLang="ja-JP" sz="3200" b="1" u="sng" dirty="0">
              <a:solidFill>
                <a:schemeClr val="accent3">
                  <a:lumMod val="75000"/>
                </a:schemeClr>
              </a:solidFill>
            </a:endParaRPr>
          </a:p>
          <a:p>
            <a:endParaRPr kumimoji="1" lang="ja-JP" altLang="en-US" dirty="0"/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7F07CBD8-4098-805B-DFF2-227230662982}"/>
              </a:ext>
            </a:extLst>
          </p:cNvPr>
          <p:cNvSpPr/>
          <p:nvPr/>
        </p:nvSpPr>
        <p:spPr>
          <a:xfrm>
            <a:off x="5803035" y="3882991"/>
            <a:ext cx="4176369" cy="14514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3ABCF111-B1C3-DF2D-8039-54A2823E6A99}"/>
              </a:ext>
            </a:extLst>
          </p:cNvPr>
          <p:cNvSpPr/>
          <p:nvPr/>
        </p:nvSpPr>
        <p:spPr>
          <a:xfrm>
            <a:off x="1743812" y="3885429"/>
            <a:ext cx="3711297" cy="14514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7E99F142-395C-7C6A-B330-5ED1446BAB62}"/>
              </a:ext>
            </a:extLst>
          </p:cNvPr>
          <p:cNvSpPr/>
          <p:nvPr/>
        </p:nvSpPr>
        <p:spPr>
          <a:xfrm>
            <a:off x="1556184" y="3679197"/>
            <a:ext cx="647135" cy="692639"/>
          </a:xfrm>
          <a:prstGeom prst="ellipse">
            <a:avLst/>
          </a:prstGeom>
          <a:solidFill>
            <a:schemeClr val="bg1"/>
          </a:solidFill>
          <a:ln w="1174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乗算記号 45">
            <a:extLst>
              <a:ext uri="{FF2B5EF4-FFF2-40B4-BE49-F238E27FC236}">
                <a16:creationId xmlns:a16="http://schemas.microsoft.com/office/drawing/2014/main" id="{EBF812E3-0011-B7C9-A7DA-0974DEE5299B}"/>
              </a:ext>
            </a:extLst>
          </p:cNvPr>
          <p:cNvSpPr/>
          <p:nvPr/>
        </p:nvSpPr>
        <p:spPr>
          <a:xfrm>
            <a:off x="5413308" y="3455321"/>
            <a:ext cx="1079503" cy="1086278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8C922CC7-B019-5A58-8C17-809C4B6A356E}"/>
              </a:ext>
            </a:extLst>
          </p:cNvPr>
          <p:cNvSpPr txBox="1"/>
          <p:nvPr/>
        </p:nvSpPr>
        <p:spPr>
          <a:xfrm>
            <a:off x="5624673" y="3633350"/>
            <a:ext cx="4548691" cy="16927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endParaRPr kumimoji="1" lang="en-US" altLang="ja-JP" sz="3200" dirty="0"/>
          </a:p>
          <a:p>
            <a:pPr algn="ctr"/>
            <a:r>
              <a:rPr kumimoji="1" lang="ja-JP" altLang="en-US" sz="3600" dirty="0"/>
              <a:t>自分の</a:t>
            </a:r>
            <a:r>
              <a:rPr kumimoji="1" lang="en-US" altLang="ja-JP" sz="3600" dirty="0"/>
              <a:t>GPU</a:t>
            </a:r>
            <a:r>
              <a:rPr kumimoji="1" lang="ja-JP" altLang="en-US" sz="3600" dirty="0"/>
              <a:t>を</a:t>
            </a:r>
            <a:endParaRPr kumimoji="1" lang="en-US" altLang="ja-JP" sz="3600" dirty="0"/>
          </a:p>
          <a:p>
            <a:pPr algn="ctr"/>
            <a:r>
              <a:rPr kumimoji="1" lang="ja-JP" altLang="en-US" sz="3600" dirty="0"/>
              <a:t>自由に使えない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31A2437B-2C74-B685-402D-DF5D19DD46BC}"/>
              </a:ext>
            </a:extLst>
          </p:cNvPr>
          <p:cNvSpPr txBox="1"/>
          <p:nvPr/>
        </p:nvSpPr>
        <p:spPr>
          <a:xfrm>
            <a:off x="1706648" y="3651597"/>
            <a:ext cx="363808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kumimoji="1" lang="en-US" altLang="ja-JP" sz="3200" dirty="0"/>
          </a:p>
          <a:p>
            <a:pPr algn="ctr"/>
            <a:r>
              <a:rPr kumimoji="1" lang="en-US" altLang="ja-JP" sz="3600" dirty="0"/>
              <a:t>GPU</a:t>
            </a:r>
            <a:r>
              <a:rPr kumimoji="1" lang="ja-JP" altLang="en-US" sz="3600" dirty="0"/>
              <a:t>遊休時間</a:t>
            </a:r>
            <a:endParaRPr kumimoji="1" lang="en-US" altLang="ja-JP" sz="3600" dirty="0"/>
          </a:p>
          <a:p>
            <a:pPr algn="ctr"/>
            <a:r>
              <a:rPr kumimoji="1" lang="ja-JP" altLang="en-US" sz="3600" dirty="0"/>
              <a:t>の削減のみ</a:t>
            </a:r>
          </a:p>
        </p:txBody>
      </p:sp>
      <p:sp>
        <p:nvSpPr>
          <p:cNvPr id="49" name="矢印: 右 48">
            <a:extLst>
              <a:ext uri="{FF2B5EF4-FFF2-40B4-BE49-F238E27FC236}">
                <a16:creationId xmlns:a16="http://schemas.microsoft.com/office/drawing/2014/main" id="{6394D0D0-ED61-4FD0-50D8-D8498098B279}"/>
              </a:ext>
            </a:extLst>
          </p:cNvPr>
          <p:cNvSpPr/>
          <p:nvPr/>
        </p:nvSpPr>
        <p:spPr>
          <a:xfrm>
            <a:off x="997846" y="5623536"/>
            <a:ext cx="924398" cy="36512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4224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FB8406-F743-92A1-05EF-EA728E2F5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提案手法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6CCCC4-A7FC-777A-0E71-B2F49189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C46D-89B1-41A3-BBA1-F56BEABD0A90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45B350B7-D698-BCC8-6302-994C578E1BFD}"/>
              </a:ext>
            </a:extLst>
          </p:cNvPr>
          <p:cNvSpPr/>
          <p:nvPr/>
        </p:nvSpPr>
        <p:spPr>
          <a:xfrm>
            <a:off x="5075380" y="2883668"/>
            <a:ext cx="1168401" cy="310066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BE870CD7-9D8E-61BC-8008-C1DC2D66E354}"/>
              </a:ext>
            </a:extLst>
          </p:cNvPr>
          <p:cNvSpPr/>
          <p:nvPr/>
        </p:nvSpPr>
        <p:spPr>
          <a:xfrm>
            <a:off x="2983345" y="2128349"/>
            <a:ext cx="5689600" cy="277091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6ECF8C11-1749-EF70-A396-65C0E4FB1C45}"/>
              </a:ext>
            </a:extLst>
          </p:cNvPr>
          <p:cNvSpPr/>
          <p:nvPr/>
        </p:nvSpPr>
        <p:spPr>
          <a:xfrm>
            <a:off x="1163784" y="1565836"/>
            <a:ext cx="9282546" cy="277091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Rectangle 1">
            <a:extLst>
              <a:ext uri="{FF2B5EF4-FFF2-40B4-BE49-F238E27FC236}">
                <a16:creationId xmlns:a16="http://schemas.microsoft.com/office/drawing/2014/main" id="{D79CF898-593D-B811-8F50-64A297CD07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2408" y="4630112"/>
            <a:ext cx="10515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ja-JP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２</a:t>
            </a:r>
            <a:r>
              <a:rPr kumimoji="0" lang="en-US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プリエンプション</a:t>
            </a:r>
            <a:endParaRPr kumimoji="0" lang="ja-JP" altLang="ja-JP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E4DB6871-A1AF-4AD2-68B8-EA48012E1F19}"/>
              </a:ext>
            </a:extLst>
          </p:cNvPr>
          <p:cNvSpPr txBox="1"/>
          <p:nvPr/>
        </p:nvSpPr>
        <p:spPr>
          <a:xfrm>
            <a:off x="1071416" y="1279833"/>
            <a:ext cx="9559636" cy="1200329"/>
          </a:xfrm>
          <a:prstGeom prst="rect">
            <a:avLst/>
          </a:prstGeom>
          <a:noFill/>
          <a:ln w="444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 b="1" dirty="0">
                <a:solidFill>
                  <a:schemeClr val="accent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所有者優先権を保証するプリエンティブ方式を用いた学内</a:t>
            </a:r>
            <a:r>
              <a:rPr lang="en-US" altLang="ja-JP" sz="3600" b="1" dirty="0">
                <a:solidFill>
                  <a:schemeClr val="accent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GPU</a:t>
            </a:r>
            <a:r>
              <a:rPr lang="ja-JP" altLang="en-US" sz="3600" b="1" dirty="0">
                <a:solidFill>
                  <a:schemeClr val="accent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共有基盤</a:t>
            </a:r>
            <a:endParaRPr kumimoji="1" lang="ja-JP" altLang="en-US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DC9AECA6-7905-75B7-E300-80EB441C5E2F}"/>
              </a:ext>
            </a:extLst>
          </p:cNvPr>
          <p:cNvSpPr txBox="1"/>
          <p:nvPr/>
        </p:nvSpPr>
        <p:spPr>
          <a:xfrm>
            <a:off x="811645" y="2584802"/>
            <a:ext cx="3390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latin typeface="Arial" panose="020B0604020202020204" pitchFamily="34" charset="0"/>
              </a:rPr>
              <a:t>１</a:t>
            </a:r>
            <a:r>
              <a:rPr lang="en-US" altLang="ja-JP" sz="2800" b="1" dirty="0">
                <a:latin typeface="Arial" panose="020B0604020202020204" pitchFamily="34" charset="0"/>
              </a:rPr>
              <a:t>. </a:t>
            </a:r>
            <a:r>
              <a:rPr lang="ja-JP" altLang="ja-JP" sz="2800" b="1" dirty="0">
                <a:latin typeface="Arial" panose="020B0604020202020204" pitchFamily="34" charset="0"/>
              </a:rPr>
              <a:t>所有者優先</a:t>
            </a:r>
            <a:endParaRPr lang="en-US" altLang="ja-JP" sz="2800" b="1" dirty="0">
              <a:latin typeface="Arial" panose="020B0604020202020204" pitchFamily="34" charset="0"/>
            </a:endParaRP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1C144625-C7FB-717B-A2D6-588D4E595D99}"/>
              </a:ext>
            </a:extLst>
          </p:cNvPr>
          <p:cNvSpPr/>
          <p:nvPr/>
        </p:nvSpPr>
        <p:spPr>
          <a:xfrm>
            <a:off x="2198255" y="3429000"/>
            <a:ext cx="609600" cy="7014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E95BBC2D-8446-2486-53ED-4C511E90894D}"/>
              </a:ext>
            </a:extLst>
          </p:cNvPr>
          <p:cNvSpPr txBox="1"/>
          <p:nvPr/>
        </p:nvSpPr>
        <p:spPr>
          <a:xfrm>
            <a:off x="1519382" y="3579878"/>
            <a:ext cx="1967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実行中</a:t>
            </a:r>
            <a:endParaRPr kumimoji="1"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タスク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9817FAA3-D97C-761A-4306-AC039D4DEB61}"/>
              </a:ext>
            </a:extLst>
          </p:cNvPr>
          <p:cNvSpPr/>
          <p:nvPr/>
        </p:nvSpPr>
        <p:spPr>
          <a:xfrm>
            <a:off x="2992582" y="3437370"/>
            <a:ext cx="609600" cy="7014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39C5B1AD-8773-0BFE-BB72-1DFD47A11210}"/>
              </a:ext>
            </a:extLst>
          </p:cNvPr>
          <p:cNvSpPr/>
          <p:nvPr/>
        </p:nvSpPr>
        <p:spPr>
          <a:xfrm>
            <a:off x="3786909" y="3434788"/>
            <a:ext cx="609600" cy="7014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9C6C0711-40BD-28F1-1FF0-BF85F5614AF6}"/>
              </a:ext>
            </a:extLst>
          </p:cNvPr>
          <p:cNvSpPr/>
          <p:nvPr/>
        </p:nvSpPr>
        <p:spPr>
          <a:xfrm>
            <a:off x="4581236" y="3437370"/>
            <a:ext cx="609600" cy="7014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5D1880C1-BED1-E8E6-FEF4-AB3EE1FBFB4C}"/>
              </a:ext>
            </a:extLst>
          </p:cNvPr>
          <p:cNvSpPr txBox="1"/>
          <p:nvPr/>
        </p:nvSpPr>
        <p:spPr>
          <a:xfrm>
            <a:off x="5551055" y="3305737"/>
            <a:ext cx="1385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/>
              <a:t>….</a:t>
            </a:r>
            <a:endParaRPr kumimoji="1" lang="ja-JP" altLang="en-US" sz="3600" dirty="0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4E6AE6A8-7C38-C5CF-2D7D-D26DEDA2828D}"/>
              </a:ext>
            </a:extLst>
          </p:cNvPr>
          <p:cNvSpPr/>
          <p:nvPr/>
        </p:nvSpPr>
        <p:spPr>
          <a:xfrm>
            <a:off x="6530109" y="3437370"/>
            <a:ext cx="609600" cy="7014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25EBE65C-A320-60F6-AE00-A7797CB21E06}"/>
              </a:ext>
            </a:extLst>
          </p:cNvPr>
          <p:cNvSpPr/>
          <p:nvPr/>
        </p:nvSpPr>
        <p:spPr>
          <a:xfrm>
            <a:off x="7324436" y="3437370"/>
            <a:ext cx="609600" cy="7014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41AE1735-F16A-C3B5-2260-7D6FB2EBF8FE}"/>
              </a:ext>
            </a:extLst>
          </p:cNvPr>
          <p:cNvSpPr/>
          <p:nvPr/>
        </p:nvSpPr>
        <p:spPr>
          <a:xfrm>
            <a:off x="8118763" y="3429000"/>
            <a:ext cx="609600" cy="70148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9D1B9C36-93F5-24E9-7B26-A3A60970C7FD}"/>
              </a:ext>
            </a:extLst>
          </p:cNvPr>
          <p:cNvSpPr txBox="1"/>
          <p:nvPr/>
        </p:nvSpPr>
        <p:spPr>
          <a:xfrm>
            <a:off x="2304474" y="3578632"/>
            <a:ext cx="1967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タスク</a:t>
            </a:r>
            <a:endParaRPr kumimoji="1"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bg1"/>
                </a:solidFill>
              </a:rPr>
              <a:t>1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C37BB37F-416B-E100-FBB7-FF6E7CF27EC3}"/>
              </a:ext>
            </a:extLst>
          </p:cNvPr>
          <p:cNvSpPr txBox="1"/>
          <p:nvPr/>
        </p:nvSpPr>
        <p:spPr>
          <a:xfrm>
            <a:off x="3108036" y="3577231"/>
            <a:ext cx="1967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タスク</a:t>
            </a:r>
            <a:endParaRPr kumimoji="1"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bg1"/>
                </a:solidFill>
              </a:rPr>
              <a:t>2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8E302D49-9641-BE2C-D83E-BE8A6A3C8E54}"/>
              </a:ext>
            </a:extLst>
          </p:cNvPr>
          <p:cNvSpPr txBox="1"/>
          <p:nvPr/>
        </p:nvSpPr>
        <p:spPr>
          <a:xfrm>
            <a:off x="3902363" y="3575830"/>
            <a:ext cx="1967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タスク</a:t>
            </a:r>
            <a:endParaRPr kumimoji="1"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bg1"/>
                </a:solidFill>
              </a:rPr>
              <a:t>3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573CBB23-104C-B5F2-B097-BFF3D4DE6E68}"/>
              </a:ext>
            </a:extLst>
          </p:cNvPr>
          <p:cNvSpPr txBox="1"/>
          <p:nvPr/>
        </p:nvSpPr>
        <p:spPr>
          <a:xfrm>
            <a:off x="5828145" y="3583794"/>
            <a:ext cx="1967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タスク</a:t>
            </a:r>
            <a:endParaRPr kumimoji="1"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bg1"/>
                </a:solidFill>
              </a:rPr>
              <a:t>10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90341213-4F2F-2701-6A8F-DDC34EDB376C}"/>
              </a:ext>
            </a:extLst>
          </p:cNvPr>
          <p:cNvSpPr txBox="1"/>
          <p:nvPr/>
        </p:nvSpPr>
        <p:spPr>
          <a:xfrm>
            <a:off x="6645563" y="3575829"/>
            <a:ext cx="1967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タスク</a:t>
            </a:r>
            <a:endParaRPr kumimoji="1"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bg1"/>
                </a:solidFill>
              </a:rPr>
              <a:t>11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A08A4D8E-8F91-11C5-1336-E48052727055}"/>
              </a:ext>
            </a:extLst>
          </p:cNvPr>
          <p:cNvSpPr txBox="1"/>
          <p:nvPr/>
        </p:nvSpPr>
        <p:spPr>
          <a:xfrm>
            <a:off x="7449126" y="3567864"/>
            <a:ext cx="1967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所有者</a:t>
            </a:r>
            <a:endParaRPr kumimoji="1"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タスク１</a:t>
            </a:r>
            <a:endParaRPr kumimoji="1" lang="en-US" altLang="ja-JP" sz="1200" dirty="0">
              <a:solidFill>
                <a:schemeClr val="bg1"/>
              </a:solidFill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EDCDE2AE-A351-9D7F-BF5D-CF0AD19B53F2}"/>
              </a:ext>
            </a:extLst>
          </p:cNvPr>
          <p:cNvSpPr/>
          <p:nvPr/>
        </p:nvSpPr>
        <p:spPr>
          <a:xfrm>
            <a:off x="9670471" y="2803727"/>
            <a:ext cx="443346" cy="52322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8E92A9CD-9BF2-921D-F363-1E59EAF4DFC8}"/>
              </a:ext>
            </a:extLst>
          </p:cNvPr>
          <p:cNvSpPr/>
          <p:nvPr/>
        </p:nvSpPr>
        <p:spPr>
          <a:xfrm>
            <a:off x="9670471" y="3499984"/>
            <a:ext cx="443346" cy="523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33397B4B-E726-F93B-6797-F69F36EBD425}"/>
              </a:ext>
            </a:extLst>
          </p:cNvPr>
          <p:cNvSpPr txBox="1"/>
          <p:nvPr/>
        </p:nvSpPr>
        <p:spPr>
          <a:xfrm>
            <a:off x="9878288" y="3605423"/>
            <a:ext cx="1967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b="1" dirty="0"/>
              <a:t>所有者タスク</a:t>
            </a:r>
            <a:endParaRPr kumimoji="1" lang="en-US" altLang="ja-JP" sz="1600" b="1" dirty="0">
              <a:solidFill>
                <a:schemeClr val="bg1"/>
              </a:solidFill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9B1A8B7E-5EE4-76EC-BC61-96F18A11BE59}"/>
              </a:ext>
            </a:extLst>
          </p:cNvPr>
          <p:cNvSpPr txBox="1"/>
          <p:nvPr/>
        </p:nvSpPr>
        <p:spPr>
          <a:xfrm>
            <a:off x="9953335" y="2896060"/>
            <a:ext cx="1967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b="1" dirty="0"/>
              <a:t>ユーザータスク</a:t>
            </a:r>
            <a:endParaRPr kumimoji="1" lang="en-US" altLang="ja-JP" sz="1600" b="1" dirty="0">
              <a:solidFill>
                <a:schemeClr val="bg1"/>
              </a:solidFill>
            </a:endParaRPr>
          </a:p>
        </p:txBody>
      </p: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D32AE9B5-BEAA-1CE5-688F-69BC0984E710}"/>
              </a:ext>
            </a:extLst>
          </p:cNvPr>
          <p:cNvCxnSpPr>
            <a:stCxn id="73" idx="0"/>
          </p:cNvCxnSpPr>
          <p:nvPr/>
        </p:nvCxnSpPr>
        <p:spPr>
          <a:xfrm rot="16200000" flipV="1">
            <a:off x="5567222" y="572658"/>
            <a:ext cx="189338" cy="5523345"/>
          </a:xfrm>
          <a:prstGeom prst="bentConnector2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516E86E6-10F6-10B2-93E2-7B2E380F553C}"/>
              </a:ext>
            </a:extLst>
          </p:cNvPr>
          <p:cNvCxnSpPr/>
          <p:nvPr/>
        </p:nvCxnSpPr>
        <p:spPr>
          <a:xfrm>
            <a:off x="2900218" y="3239661"/>
            <a:ext cx="0" cy="261611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95885A01-5FD9-AB95-29F7-8D4B7B993C85}"/>
              </a:ext>
            </a:extLst>
          </p:cNvPr>
          <p:cNvSpPr txBox="1"/>
          <p:nvPr/>
        </p:nvSpPr>
        <p:spPr>
          <a:xfrm>
            <a:off x="5066145" y="2864959"/>
            <a:ext cx="2521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>
                <a:solidFill>
                  <a:schemeClr val="bg1"/>
                </a:solidFill>
              </a:rPr>
              <a:t>割り込み</a:t>
            </a:r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B2769DA5-28D3-DCEE-5816-3529180DE4F8}"/>
              </a:ext>
            </a:extLst>
          </p:cNvPr>
          <p:cNvSpPr/>
          <p:nvPr/>
        </p:nvSpPr>
        <p:spPr>
          <a:xfrm>
            <a:off x="5095171" y="4863142"/>
            <a:ext cx="1168401" cy="310066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B0D040CF-6A40-A8AF-26F0-A94492009D76}"/>
              </a:ext>
            </a:extLst>
          </p:cNvPr>
          <p:cNvSpPr/>
          <p:nvPr/>
        </p:nvSpPr>
        <p:spPr>
          <a:xfrm>
            <a:off x="2179781" y="5507644"/>
            <a:ext cx="609600" cy="7014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24020D74-C5BE-321C-FF97-DE386D52C24D}"/>
              </a:ext>
            </a:extLst>
          </p:cNvPr>
          <p:cNvSpPr txBox="1"/>
          <p:nvPr/>
        </p:nvSpPr>
        <p:spPr>
          <a:xfrm>
            <a:off x="1500908" y="5658522"/>
            <a:ext cx="1967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実行中</a:t>
            </a:r>
            <a:endParaRPr kumimoji="1"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タスク</a:t>
            </a:r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E6AE1D21-8807-632E-ED13-BFEA03055E64}"/>
              </a:ext>
            </a:extLst>
          </p:cNvPr>
          <p:cNvSpPr/>
          <p:nvPr/>
        </p:nvSpPr>
        <p:spPr>
          <a:xfrm>
            <a:off x="2974108" y="5516014"/>
            <a:ext cx="609600" cy="7014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5355BB55-8696-56F2-B635-17452BFA264C}"/>
              </a:ext>
            </a:extLst>
          </p:cNvPr>
          <p:cNvSpPr/>
          <p:nvPr/>
        </p:nvSpPr>
        <p:spPr>
          <a:xfrm>
            <a:off x="3768435" y="5513432"/>
            <a:ext cx="609600" cy="7014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7D504431-16DB-C1BF-DEB0-8FCF650131EE}"/>
              </a:ext>
            </a:extLst>
          </p:cNvPr>
          <p:cNvSpPr/>
          <p:nvPr/>
        </p:nvSpPr>
        <p:spPr>
          <a:xfrm>
            <a:off x="4562762" y="5516014"/>
            <a:ext cx="609600" cy="7014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7AEE0447-64A1-9125-24FC-1FE27C05B94E}"/>
              </a:ext>
            </a:extLst>
          </p:cNvPr>
          <p:cNvSpPr txBox="1"/>
          <p:nvPr/>
        </p:nvSpPr>
        <p:spPr>
          <a:xfrm>
            <a:off x="5532581" y="5384381"/>
            <a:ext cx="1385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/>
              <a:t>….</a:t>
            </a:r>
            <a:endParaRPr kumimoji="1" lang="ja-JP" altLang="en-US" sz="3600" dirty="0"/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2BE51241-0E04-4D0B-64B8-93ED21D2BEAA}"/>
              </a:ext>
            </a:extLst>
          </p:cNvPr>
          <p:cNvSpPr/>
          <p:nvPr/>
        </p:nvSpPr>
        <p:spPr>
          <a:xfrm>
            <a:off x="6511635" y="5516014"/>
            <a:ext cx="609600" cy="7014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37482012-F8F6-2E0A-5B34-3FCE70F64034}"/>
              </a:ext>
            </a:extLst>
          </p:cNvPr>
          <p:cNvSpPr/>
          <p:nvPr/>
        </p:nvSpPr>
        <p:spPr>
          <a:xfrm>
            <a:off x="7305962" y="5516014"/>
            <a:ext cx="609600" cy="7014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5C57AC02-9EE4-3570-3B4B-85EB2053EAD4}"/>
              </a:ext>
            </a:extLst>
          </p:cNvPr>
          <p:cNvSpPr/>
          <p:nvPr/>
        </p:nvSpPr>
        <p:spPr>
          <a:xfrm>
            <a:off x="8100289" y="5507644"/>
            <a:ext cx="609600" cy="70148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BC86149F-430C-1DF3-BB08-DC81DEA9C680}"/>
              </a:ext>
            </a:extLst>
          </p:cNvPr>
          <p:cNvSpPr txBox="1"/>
          <p:nvPr/>
        </p:nvSpPr>
        <p:spPr>
          <a:xfrm>
            <a:off x="2286000" y="5657276"/>
            <a:ext cx="1967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タスク</a:t>
            </a:r>
            <a:endParaRPr kumimoji="1"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bg1"/>
                </a:solidFill>
              </a:rPr>
              <a:t>1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046D3045-F394-4E87-5088-C766F58CA284}"/>
              </a:ext>
            </a:extLst>
          </p:cNvPr>
          <p:cNvSpPr txBox="1"/>
          <p:nvPr/>
        </p:nvSpPr>
        <p:spPr>
          <a:xfrm>
            <a:off x="3089562" y="5655875"/>
            <a:ext cx="1967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タスク</a:t>
            </a:r>
            <a:endParaRPr kumimoji="1"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bg1"/>
                </a:solidFill>
              </a:rPr>
              <a:t>2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A18E8C65-D792-F0B3-9AEF-CDDA99320C3A}"/>
              </a:ext>
            </a:extLst>
          </p:cNvPr>
          <p:cNvSpPr txBox="1"/>
          <p:nvPr/>
        </p:nvSpPr>
        <p:spPr>
          <a:xfrm>
            <a:off x="3883889" y="5654474"/>
            <a:ext cx="1967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タスク</a:t>
            </a:r>
            <a:endParaRPr kumimoji="1"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bg1"/>
                </a:solidFill>
              </a:rPr>
              <a:t>3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07F94A81-D829-BAE9-CCB3-A33CAC442EF8}"/>
              </a:ext>
            </a:extLst>
          </p:cNvPr>
          <p:cNvSpPr txBox="1"/>
          <p:nvPr/>
        </p:nvSpPr>
        <p:spPr>
          <a:xfrm>
            <a:off x="5809671" y="5662438"/>
            <a:ext cx="1967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タスク</a:t>
            </a:r>
            <a:endParaRPr kumimoji="1"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bg1"/>
                </a:solidFill>
              </a:rPr>
              <a:t>10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C0C20B7C-D15B-EB11-8FA7-DF4C9AFE6E8B}"/>
              </a:ext>
            </a:extLst>
          </p:cNvPr>
          <p:cNvSpPr txBox="1"/>
          <p:nvPr/>
        </p:nvSpPr>
        <p:spPr>
          <a:xfrm>
            <a:off x="6627089" y="5654473"/>
            <a:ext cx="1967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タスク</a:t>
            </a:r>
            <a:endParaRPr kumimoji="1"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bg1"/>
                </a:solidFill>
              </a:rPr>
              <a:t>11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5ED71D52-340C-E5B7-28B5-5EDBF4F0E451}"/>
              </a:ext>
            </a:extLst>
          </p:cNvPr>
          <p:cNvSpPr txBox="1"/>
          <p:nvPr/>
        </p:nvSpPr>
        <p:spPr>
          <a:xfrm>
            <a:off x="7430652" y="5646508"/>
            <a:ext cx="1967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所有者</a:t>
            </a:r>
            <a:endParaRPr kumimoji="1"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タスク１</a:t>
            </a:r>
            <a:endParaRPr kumimoji="1" lang="en-US" altLang="ja-JP" sz="1200" dirty="0">
              <a:solidFill>
                <a:schemeClr val="bg1"/>
              </a:solidFill>
            </a:endParaRPr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009693F7-AB39-B4AB-5142-CAC4DC22AA1F}"/>
              </a:ext>
            </a:extLst>
          </p:cNvPr>
          <p:cNvSpPr/>
          <p:nvPr/>
        </p:nvSpPr>
        <p:spPr>
          <a:xfrm>
            <a:off x="9661235" y="5056696"/>
            <a:ext cx="443346" cy="52322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25A73599-3052-223F-6928-40C9B9914390}"/>
              </a:ext>
            </a:extLst>
          </p:cNvPr>
          <p:cNvSpPr/>
          <p:nvPr/>
        </p:nvSpPr>
        <p:spPr>
          <a:xfrm>
            <a:off x="9661235" y="5752953"/>
            <a:ext cx="443346" cy="523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AB512405-F1C9-BB74-18B0-0A6D5BC8BB2E}"/>
              </a:ext>
            </a:extLst>
          </p:cNvPr>
          <p:cNvSpPr txBox="1"/>
          <p:nvPr/>
        </p:nvSpPr>
        <p:spPr>
          <a:xfrm>
            <a:off x="9869052" y="5858392"/>
            <a:ext cx="1967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b="1" dirty="0"/>
              <a:t>所有者タスク</a:t>
            </a:r>
            <a:endParaRPr kumimoji="1" lang="en-US" altLang="ja-JP" sz="1600" b="1" dirty="0">
              <a:solidFill>
                <a:schemeClr val="bg1"/>
              </a:solidFill>
            </a:endParaRPr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604FEF33-46EF-2F36-C4FF-978BCA7A14A7}"/>
              </a:ext>
            </a:extLst>
          </p:cNvPr>
          <p:cNvSpPr txBox="1"/>
          <p:nvPr/>
        </p:nvSpPr>
        <p:spPr>
          <a:xfrm>
            <a:off x="9944099" y="5149029"/>
            <a:ext cx="1967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b="1" dirty="0"/>
              <a:t>ユーザータスク</a:t>
            </a:r>
            <a:endParaRPr kumimoji="1" lang="en-US" altLang="ja-JP" sz="1600" b="1" dirty="0">
              <a:solidFill>
                <a:schemeClr val="bg1"/>
              </a:solidFill>
            </a:endParaRPr>
          </a:p>
        </p:txBody>
      </p:sp>
      <p:cxnSp>
        <p:nvCxnSpPr>
          <p:cNvPr id="107" name="コネクタ: カギ線 106">
            <a:extLst>
              <a:ext uri="{FF2B5EF4-FFF2-40B4-BE49-F238E27FC236}">
                <a16:creationId xmlns:a16="http://schemas.microsoft.com/office/drawing/2014/main" id="{59A64263-401D-C906-7C29-6E68E538DB8F}"/>
              </a:ext>
            </a:extLst>
          </p:cNvPr>
          <p:cNvCxnSpPr>
            <a:cxnSpLocks/>
            <a:stCxn id="96" idx="0"/>
          </p:cNvCxnSpPr>
          <p:nvPr/>
        </p:nvCxnSpPr>
        <p:spPr>
          <a:xfrm rot="16200000" flipV="1">
            <a:off x="5304325" y="2406879"/>
            <a:ext cx="262551" cy="5938979"/>
          </a:xfrm>
          <a:prstGeom prst="bentConnector2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F89886FD-06A5-440F-7027-2179D027B101}"/>
              </a:ext>
            </a:extLst>
          </p:cNvPr>
          <p:cNvCxnSpPr/>
          <p:nvPr/>
        </p:nvCxnSpPr>
        <p:spPr>
          <a:xfrm>
            <a:off x="2484580" y="5246033"/>
            <a:ext cx="0" cy="261611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A9DE0CBA-A279-3F39-1174-62640E04841B}"/>
              </a:ext>
            </a:extLst>
          </p:cNvPr>
          <p:cNvSpPr txBox="1"/>
          <p:nvPr/>
        </p:nvSpPr>
        <p:spPr>
          <a:xfrm>
            <a:off x="5066144" y="4834099"/>
            <a:ext cx="2521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>
                <a:solidFill>
                  <a:schemeClr val="bg1"/>
                </a:solidFill>
              </a:rPr>
              <a:t>途中切断</a:t>
            </a:r>
          </a:p>
        </p:txBody>
      </p:sp>
      <p:sp>
        <p:nvSpPr>
          <p:cNvPr id="110" name="四角形: 角を丸くする 109">
            <a:extLst>
              <a:ext uri="{FF2B5EF4-FFF2-40B4-BE49-F238E27FC236}">
                <a16:creationId xmlns:a16="http://schemas.microsoft.com/office/drawing/2014/main" id="{97A0063E-839B-8CA3-1ABA-E743637B3E5D}"/>
              </a:ext>
            </a:extLst>
          </p:cNvPr>
          <p:cNvSpPr/>
          <p:nvPr/>
        </p:nvSpPr>
        <p:spPr>
          <a:xfrm>
            <a:off x="658093" y="2584708"/>
            <a:ext cx="11024754" cy="1628377"/>
          </a:xfrm>
          <a:prstGeom prst="roundRect">
            <a:avLst/>
          </a:prstGeom>
          <a:noFill/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" name="四角形: 角を丸くする 110">
            <a:extLst>
              <a:ext uri="{FF2B5EF4-FFF2-40B4-BE49-F238E27FC236}">
                <a16:creationId xmlns:a16="http://schemas.microsoft.com/office/drawing/2014/main" id="{3C203FF4-E53F-79EB-D808-37861033A6EB}"/>
              </a:ext>
            </a:extLst>
          </p:cNvPr>
          <p:cNvSpPr/>
          <p:nvPr/>
        </p:nvSpPr>
        <p:spPr>
          <a:xfrm>
            <a:off x="658093" y="4683789"/>
            <a:ext cx="11024754" cy="1628377"/>
          </a:xfrm>
          <a:prstGeom prst="roundRect">
            <a:avLst/>
          </a:prstGeom>
          <a:noFill/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2879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D60252-1501-71D8-6BC9-E78149346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リサーチクエスチョン１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1F459B-53A9-E0E5-DEC7-8DDFE962C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C46D-89B1-41A3-BBA1-F56BEABD0A90}" type="slidenum">
              <a:rPr lang="ja-JP" altLang="en-US" smtClean="0"/>
              <a:pPr/>
              <a:t>6</a:t>
            </a:fld>
            <a:endParaRPr lang="ja-JP" alt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C2B7B21-3B66-E807-85F4-EC62EAD85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963" y="1202850"/>
            <a:ext cx="10919977" cy="5104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sz="3200" b="1" u="sng" dirty="0">
                <a:solidFill>
                  <a:schemeClr val="accent3">
                    <a:lumMod val="75000"/>
                  </a:schemeClr>
                </a:solidFill>
              </a:rPr>
              <a:t>RQ1</a:t>
            </a:r>
            <a:r>
              <a:rPr lang="ja-JP" altLang="en-US" sz="3200" b="1" u="sng" dirty="0">
                <a:solidFill>
                  <a:schemeClr val="accent3">
                    <a:lumMod val="75000"/>
                  </a:schemeClr>
                </a:solidFill>
              </a:rPr>
              <a:t>　割り込み機能がタスクの待ち時間に与える影響</a:t>
            </a:r>
            <a:endParaRPr lang="en-US" altLang="ja-JP" sz="2000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000" b="1" dirty="0"/>
              <a:t>① 共有なし </a:t>
            </a:r>
            <a:endParaRPr lang="en-US" altLang="ja-JP" sz="20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sz="2000" dirty="0"/>
              <a:t>	</a:t>
            </a:r>
            <a:r>
              <a:rPr lang="ja-JP" altLang="en-US" sz="2000" dirty="0"/>
              <a:t>各ユーザーが自分の</a:t>
            </a:r>
            <a:r>
              <a:rPr lang="en-US" altLang="ja-JP" sz="2000" dirty="0"/>
              <a:t>GPU</a:t>
            </a:r>
            <a:r>
              <a:rPr lang="ja-JP" altLang="en-US" sz="2000" dirty="0"/>
              <a:t>のみを使用する</a:t>
            </a:r>
            <a:endParaRPr lang="en-US" altLang="ja-JP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000" b="1" dirty="0"/>
              <a:t>② </a:t>
            </a:r>
            <a:r>
              <a:rPr lang="en-US" altLang="ja-JP" sz="2000" b="1" dirty="0"/>
              <a:t>FCFS</a:t>
            </a:r>
            <a:r>
              <a:rPr lang="ja-JP" altLang="en-US" sz="2000" b="1" dirty="0"/>
              <a:t>（先着順</a:t>
            </a:r>
            <a:r>
              <a:rPr lang="ja-JP" altLang="en-US" sz="2000" dirty="0"/>
              <a:t>）</a:t>
            </a:r>
            <a:endParaRPr lang="en-US" altLang="ja-JP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sz="2000" dirty="0"/>
              <a:t>	</a:t>
            </a:r>
            <a:r>
              <a:rPr lang="ja-JP" altLang="en-US" sz="2000" dirty="0"/>
              <a:t>全員が</a:t>
            </a:r>
            <a:r>
              <a:rPr lang="en-US" altLang="ja-JP" sz="2000" dirty="0"/>
              <a:t>ACP</a:t>
            </a:r>
            <a:r>
              <a:rPr lang="ja-JP" altLang="en-US" sz="2000" dirty="0"/>
              <a:t>上の全</a:t>
            </a:r>
            <a:r>
              <a:rPr lang="en-US" altLang="ja-JP" sz="2000" dirty="0"/>
              <a:t>GPU</a:t>
            </a:r>
            <a:r>
              <a:rPr lang="ja-JP" altLang="en-US" sz="2000" dirty="0"/>
              <a:t>を平等に利用</a:t>
            </a:r>
            <a:endParaRPr lang="en-US" altLang="ja-JP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000" b="1" dirty="0"/>
              <a:t>③ 所有者優先 </a:t>
            </a:r>
            <a:endParaRPr lang="en-US" altLang="ja-JP" sz="20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sz="2000" dirty="0"/>
              <a:t>	</a:t>
            </a:r>
            <a:r>
              <a:rPr lang="ja-JP" altLang="en-US" sz="2000" dirty="0"/>
              <a:t>自分の</a:t>
            </a:r>
            <a:r>
              <a:rPr lang="en-US" altLang="ja-JP" sz="2000" dirty="0"/>
              <a:t>GPU</a:t>
            </a:r>
            <a:r>
              <a:rPr lang="ja-JP" altLang="en-US" sz="2000" dirty="0"/>
              <a:t>を使う場合は、割り込んで優先して使える（他人の</a:t>
            </a:r>
            <a:r>
              <a:rPr lang="en-US" altLang="ja-JP" sz="2000" dirty="0"/>
              <a:t>GPU</a:t>
            </a:r>
            <a:r>
              <a:rPr lang="ja-JP" altLang="en-US" sz="2000" dirty="0"/>
              <a:t>は、</a:t>
            </a:r>
            <a:r>
              <a:rPr lang="en-US" altLang="ja-JP" sz="2000" dirty="0"/>
              <a:t>FCFS</a:t>
            </a:r>
            <a:r>
              <a:rPr lang="ja-JP" altLang="en-US" sz="2000" dirty="0"/>
              <a:t>）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000" b="1" dirty="0"/>
              <a:t>④ 所有者優先＋プリエンプション </a:t>
            </a:r>
            <a:endParaRPr lang="en-US" altLang="ja-JP" sz="20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sz="2000" dirty="0"/>
              <a:t>	</a:t>
            </a:r>
            <a:r>
              <a:rPr lang="ja-JP" altLang="en-US" sz="2000" dirty="0"/>
              <a:t>自分の</a:t>
            </a:r>
            <a:r>
              <a:rPr lang="en-US" altLang="ja-JP" sz="2000" dirty="0"/>
              <a:t>GPU </a:t>
            </a:r>
            <a:r>
              <a:rPr lang="ja-JP" altLang="en-US" sz="2000" dirty="0"/>
              <a:t>を使う場合は、他人のタスクを途中切断（他人の</a:t>
            </a:r>
            <a:r>
              <a:rPr lang="en-US" altLang="ja-JP" sz="2000" dirty="0"/>
              <a:t>GPU</a:t>
            </a:r>
            <a:r>
              <a:rPr lang="ja-JP" altLang="en-US" sz="2000" dirty="0"/>
              <a:t>は、</a:t>
            </a:r>
            <a:r>
              <a:rPr lang="en-US" altLang="ja-JP" sz="2000" dirty="0"/>
              <a:t>FCFS</a:t>
            </a:r>
            <a:r>
              <a:rPr lang="ja-JP" altLang="en-US" sz="2000" dirty="0"/>
              <a:t>）</a:t>
            </a:r>
            <a:endParaRPr lang="en-US" altLang="ja-JP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000" dirty="0"/>
              <a:t>　</a:t>
            </a:r>
            <a:r>
              <a:rPr lang="en-US" altLang="ja-JP" sz="2000" dirty="0"/>
              <a:t>	</a:t>
            </a:r>
            <a:r>
              <a:rPr lang="ja-JP" altLang="en-US" sz="2000" dirty="0"/>
              <a:t>途中切断されたタスクはマイグレーション </a:t>
            </a:r>
            <a:r>
              <a:rPr lang="en-US" altLang="ja-JP" sz="2000" dirty="0"/>
              <a:t>or </a:t>
            </a:r>
            <a:r>
              <a:rPr lang="ja-JP" altLang="en-US" sz="2000" dirty="0"/>
              <a:t>待機</a:t>
            </a:r>
            <a:endParaRPr lang="en-US" altLang="ja-JP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/>
              <a:t>各ユーザーがタスク発生毎に、予測待ち時間が最短の</a:t>
            </a:r>
            <a:r>
              <a:rPr lang="en-US" altLang="ja-JP" sz="2400" dirty="0"/>
              <a:t>GPU</a:t>
            </a:r>
            <a:r>
              <a:rPr lang="ja-JP" altLang="en-US" sz="2400" dirty="0"/>
              <a:t>を選択して処理する</a:t>
            </a:r>
            <a:endParaRPr lang="en-US" altLang="ja-JP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/>
              <a:t>全員参加条件下での</a:t>
            </a:r>
            <a:r>
              <a:rPr lang="ja-JP" altLang="en-US" sz="2400" b="1" u="sng" dirty="0">
                <a:solidFill>
                  <a:schemeClr val="accent3">
                    <a:lumMod val="75000"/>
                  </a:schemeClr>
                </a:solidFill>
              </a:rPr>
              <a:t>ユーザーごとのタスク平均待ち時間</a:t>
            </a:r>
            <a:r>
              <a:rPr lang="ja-JP" altLang="en-US" sz="2400" dirty="0"/>
              <a:t>を評価</a:t>
            </a:r>
            <a:r>
              <a:rPr lang="en-US" altLang="ja-JP" sz="2400" dirty="0"/>
              <a:t>	</a:t>
            </a:r>
            <a:endParaRPr lang="ja-JP" altLang="en-US" sz="2400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A9CDFBD1-186D-F566-03B2-C93A3FAC1712}"/>
              </a:ext>
            </a:extLst>
          </p:cNvPr>
          <p:cNvSpPr/>
          <p:nvPr/>
        </p:nvSpPr>
        <p:spPr>
          <a:xfrm>
            <a:off x="235338" y="1727200"/>
            <a:ext cx="11066417" cy="3657600"/>
          </a:xfrm>
          <a:prstGeom prst="roundRect">
            <a:avLst/>
          </a:prstGeom>
          <a:noFill/>
          <a:ln w="317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6790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66B3D1-161C-F037-0DA7-B0CB974F3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RQ1 </a:t>
            </a:r>
            <a:r>
              <a:rPr kumimoji="1" lang="ja-JP" altLang="en-US" dirty="0"/>
              <a:t>シミュレーション環境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8146559-3B5C-5FBA-D8E0-01F8596C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C46D-89B1-41A3-BBA1-F56BEABD0A90}" type="slidenum">
              <a:rPr lang="ja-JP" altLang="en-US" smtClean="0"/>
              <a:pPr/>
              <a:t>7</a:t>
            </a:fld>
            <a:endParaRPr lang="ja-JP" altLang="en-US" dirty="0"/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E221A8E1-EA11-1126-3023-712944A98EF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252538"/>
            <a:ext cx="10515600" cy="5327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到着率</a:t>
            </a:r>
            <a:r>
              <a:rPr kumimoji="1" lang="en-US" altLang="ja-JP" dirty="0"/>
              <a:t>0.005 </a:t>
            </a:r>
            <a:r>
              <a:rPr kumimoji="1" lang="ja-JP" altLang="en-US" dirty="0"/>
              <a:t>エポック数１０</a:t>
            </a:r>
          </a:p>
        </p:txBody>
      </p:sp>
    </p:spTree>
    <p:extLst>
      <p:ext uri="{BB962C8B-B14F-4D97-AF65-F5344CB8AC3E}">
        <p14:creationId xmlns:p14="http://schemas.microsoft.com/office/powerpoint/2010/main" val="443401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0D6731-8F52-8303-E837-6C30E2DAF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RQ1  </a:t>
            </a:r>
            <a:r>
              <a:rPr kumimoji="1" lang="ja-JP" altLang="en-US"/>
              <a:t>シミュレーション結果１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3A8B102-914F-34F8-C02C-2BFD15301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C46D-89B1-41A3-BBA1-F56BEABD0A90}" type="slidenum">
              <a:rPr lang="ja-JP" altLang="en-US" smtClean="0"/>
              <a:pPr/>
              <a:t>8</a:t>
            </a:fld>
            <a:endParaRPr lang="ja-JP" altLang="en-US" dirty="0"/>
          </a:p>
        </p:txBody>
      </p:sp>
      <p:pic>
        <p:nvPicPr>
          <p:cNvPr id="14" name="図 13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331C40EE-E895-7BC7-AEA9-DB01736B27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24"/>
          <a:stretch>
            <a:fillRect/>
          </a:stretch>
        </p:blipFill>
        <p:spPr>
          <a:xfrm>
            <a:off x="0" y="1122665"/>
            <a:ext cx="12192000" cy="532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393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12D26F-B7BC-5F6A-BDA3-E65D2788B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697"/>
            <a:ext cx="8268093" cy="457044"/>
          </a:xfrm>
        </p:spPr>
        <p:txBody>
          <a:bodyPr anchor="ctr">
            <a:normAutofit/>
          </a:bodyPr>
          <a:lstStyle/>
          <a:p>
            <a:r>
              <a:rPr lang="en-US" altLang="ja-JP" sz="2600" dirty="0"/>
              <a:t>RQ1  </a:t>
            </a:r>
            <a:r>
              <a:rPr lang="ja-JP" altLang="en-US" sz="2600" dirty="0"/>
              <a:t>シミュレーション結果２</a:t>
            </a:r>
            <a:endParaRPr kumimoji="1" lang="ja-JP" altLang="en-US" sz="2600" dirty="0"/>
          </a:p>
        </p:txBody>
      </p:sp>
      <p:pic>
        <p:nvPicPr>
          <p:cNvPr id="6" name="コンテンツ プレースホルダー 5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04691579-E29F-3821-2738-5BBBB22581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5729" y="1253331"/>
            <a:ext cx="7980542" cy="5327012"/>
          </a:xfrm>
          <a:prstGeom prst="rect">
            <a:avLst/>
          </a:prstGeom>
          <a:noFill/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9F9951A-6AF3-3F19-70CA-A6F5979A6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0803" y="277657"/>
            <a:ext cx="83820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D1BC46D-89B1-41A3-BBA1-F56BEABD0A90}" type="slidenum">
              <a:rPr lang="ja-JP" alt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03166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3F3A42-9F33-C969-1239-8E61272F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リサーチクエスチョン２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113ED6-80FB-38AA-B1C6-A2AEE513B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1E220AF-AD77-EDA2-CFF8-25A71A459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C46D-89B1-41A3-BBA1-F56BEABD0A90}" type="slidenum">
              <a:rPr lang="ja-JP" altLang="en-US" smtClean="0"/>
              <a:pPr/>
              <a:t>10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46169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インディゴブルー基調のクール系テー">
      <a:dk1>
        <a:srgbClr val="212121"/>
      </a:dk1>
      <a:lt1>
        <a:srgbClr val="FFFFFF"/>
      </a:lt1>
      <a:dk2>
        <a:srgbClr val="607D8B"/>
      </a:dk2>
      <a:lt2>
        <a:srgbClr val="ECEFF1"/>
      </a:lt2>
      <a:accent1>
        <a:srgbClr val="3F51B5"/>
      </a:accent1>
      <a:accent2>
        <a:srgbClr val="303F9F"/>
      </a:accent2>
      <a:accent3>
        <a:srgbClr val="5C6BC0"/>
      </a:accent3>
      <a:accent4>
        <a:srgbClr val="009688"/>
      </a:accent4>
      <a:accent5>
        <a:srgbClr val="4FC3F7"/>
      </a:accent5>
      <a:accent6>
        <a:srgbClr val="455A64"/>
      </a:accent6>
      <a:hlink>
        <a:srgbClr val="0000EE"/>
      </a:hlink>
      <a:folHlink>
        <a:srgbClr val="96607D"/>
      </a:folHlink>
    </a:clrScheme>
    <a:fontScheme name="ユーザー定義 1">
      <a:majorFont>
        <a:latin typeface="Noto Sans JP"/>
        <a:ea typeface="Noto Sans JP"/>
        <a:cs typeface=""/>
      </a:majorFont>
      <a:minorFont>
        <a:latin typeface="游ゴシック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プレゼンテーション1" id="{65AFA794-E6FD-4BC8-8CFF-2ACA4EEC3323}" vid="{716FEA5D-2661-4998-9B5F-A308CE9A8E7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034c360-b5dc-49e4-921e-4ae488fbe071" xsi:nil="true"/>
    <_x5099__x8003_ xmlns="b903afa0-f4f8-44ee-9336-5e6f46981d16" xsi:nil="true"/>
    <UploadedBy xmlns="b903afa0-f4f8-44ee-9336-5e6f46981d16">
      <UserInfo>
        <DisplayName/>
        <AccountId xsi:nil="true"/>
        <AccountType/>
      </UserInfo>
    </UploadedBy>
    <lcf76f155ced4ddcb4097134ff3c332f xmlns="b903afa0-f4f8-44ee-9336-5e6f46981d1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2C95878E7AC6744ABA06CC0F4B39D73" ma:contentTypeVersion="21" ma:contentTypeDescription="新しいドキュメントを作成します。" ma:contentTypeScope="" ma:versionID="4464fdfdaf7015c726917969e1aaf2b7">
  <xsd:schema xmlns:xsd="http://www.w3.org/2001/XMLSchema" xmlns:xs="http://www.w3.org/2001/XMLSchema" xmlns:p="http://schemas.microsoft.com/office/2006/metadata/properties" xmlns:ns2="b903afa0-f4f8-44ee-9336-5e6f46981d16" xmlns:ns3="b034c360-b5dc-49e4-921e-4ae488fbe071" targetNamespace="http://schemas.microsoft.com/office/2006/metadata/properties" ma:root="true" ma:fieldsID="8e2ab57beba6a84e91ff12a2ec8c660c" ns2:_="" ns3:_="">
    <xsd:import namespace="b903afa0-f4f8-44ee-9336-5e6f46981d16"/>
    <xsd:import namespace="b034c360-b5dc-49e4-921e-4ae488fbe0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UploadedBy" minOccurs="0"/>
                <xsd:element ref="ns2:MediaServiceObjectDetectorVersions" minOccurs="0"/>
                <xsd:element ref="ns2:MediaServiceSearchProperties" minOccurs="0"/>
                <xsd:element ref="ns2:_x5099__x8003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03afa0-f4f8-44ee-9336-5e6f46981d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画像タグ" ma:readOnly="false" ma:fieldId="{5cf76f15-5ced-4ddc-b409-7134ff3c332f}" ma:taxonomyMulti="true" ma:sspId="39f9f978-9d4d-4624-9aa1-cca461804d0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UploadedBy" ma:index="23" nillable="true" ma:displayName="Uploaded By" ma:format="Dropdown" ma:list="UserInfo" ma:SharePointGroup="0" ma:internalName="UploadedBy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x5099__x8003_" ma:index="26" nillable="true" ma:displayName="備考" ma:format="Dropdown" ma:internalName="_x5099__x8003_">
      <xsd:simpleType>
        <xsd:restriction base="dms:Note">
          <xsd:maxLength value="255"/>
        </xsd:restriction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34c360-b5dc-49e4-921e-4ae488fbe07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91f61c2b-9988-4ce4-ba06-ab6354e3a9be}" ma:internalName="TaxCatchAll" ma:showField="CatchAllData" ma:web="b034c360-b5dc-49e4-921e-4ae488fbe0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828904-8F7D-4B81-9CCE-432514A83640}">
  <ds:schemaRefs>
    <ds:schemaRef ds:uri="http://purl.org/dc/elements/1.1/"/>
    <ds:schemaRef ds:uri="http://schemas.microsoft.com/office/2006/documentManagement/types"/>
    <ds:schemaRef ds:uri="http://purl.org/dc/dcmitype/"/>
    <ds:schemaRef ds:uri="13c3e6d6-2f17-42f4-9391-040ce6806117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www.w3.org/XML/1998/namespace"/>
    <ds:schemaRef ds:uri="http://schemas.microsoft.com/office/infopath/2007/PartnerControls"/>
    <ds:schemaRef ds:uri="b034c360-b5dc-49e4-921e-4ae488fbe071"/>
    <ds:schemaRef ds:uri="b903afa0-f4f8-44ee-9336-5e6f46981d16"/>
  </ds:schemaRefs>
</ds:datastoreItem>
</file>

<file path=customXml/itemProps2.xml><?xml version="1.0" encoding="utf-8"?>
<ds:datastoreItem xmlns:ds="http://schemas.openxmlformats.org/officeDocument/2006/customXml" ds:itemID="{2EAF8C15-15C8-4B84-B30D-B36ABFD6BB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B9729E-66AA-48AA-91EF-FA5F60CB2B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03afa0-f4f8-44ee-9336-5e6f46981d16"/>
    <ds:schemaRef ds:uri="b034c360-b5dc-49e4-921e-4ae488fbe0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122</TotalTime>
  <Words>388</Words>
  <Application>Microsoft Office PowerPoint</Application>
  <PresentationFormat>ワイド画面</PresentationFormat>
  <Paragraphs>95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Noto Sans JP</vt:lpstr>
      <vt:lpstr>メイリオ</vt:lpstr>
      <vt:lpstr>游ゴシック</vt:lpstr>
      <vt:lpstr>Arial</vt:lpstr>
      <vt:lpstr>Office テーマ</vt:lpstr>
      <vt:lpstr>所有者優先権を保証する プリエンティブ方式を用いた学内GPU共有基盤の提案とユーザ参加行動の評価</vt:lpstr>
      <vt:lpstr>背景</vt:lpstr>
      <vt:lpstr>“ACP”とは</vt:lpstr>
      <vt:lpstr>研究目的と課題</vt:lpstr>
      <vt:lpstr>提案手法</vt:lpstr>
      <vt:lpstr>リサーチクエスチョン１</vt:lpstr>
      <vt:lpstr>RQ1 シミュレーション環境</vt:lpstr>
      <vt:lpstr>RQ1  シミュレーション結果１</vt:lpstr>
      <vt:lpstr>RQ1  シミュレーション結果２</vt:lpstr>
      <vt:lpstr>リサーチクエスチョン２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翔琉 櫻井</dc:creator>
  <cp:lastModifiedBy>翔琉 櫻井</cp:lastModifiedBy>
  <cp:revision>1</cp:revision>
  <dcterms:created xsi:type="dcterms:W3CDTF">2026-01-19T19:15:30Z</dcterms:created>
  <dcterms:modified xsi:type="dcterms:W3CDTF">2026-01-19T21:17:48Z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0x01010012C95878E7AC6744ABA06CC0F4B39D73</vt:lpwstr>
  </property>
</Properties>
</file>